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59"/>
  </p:normalViewPr>
  <p:slideViewPr>
    <p:cSldViewPr snapToGrid="0">
      <p:cViewPr>
        <p:scale>
          <a:sx n="190" d="100"/>
          <a:sy n="190" d="100"/>
        </p:scale>
        <p:origin x="-372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33950-1C63-733B-A2E2-4B10A5D8E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C91A3-037A-EE13-FAC7-86BF5A798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73142-5427-1CC6-679E-57E105D8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EC7B-05B6-6B56-D8D8-EDCB27B4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188B9-5083-3302-C423-5A2B3778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2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D82B-7A5D-78DE-F649-7DF2A0CE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E67C-E5D8-77F7-4C6F-86B26C25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83AEC-29B9-AF70-4756-D2A66B77E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B1E4-B190-E6CE-3738-568296CF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9EA2D-6A95-55DB-907C-7F0EC04FC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0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DB2C-CED3-0E4F-933A-2ACDF6CF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B57E2-7C10-114A-453A-ED3C730C5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62533-A6A5-25EB-B908-887459D4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7487-5F41-D87E-237B-3D740E6E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E1EA9-2608-CC8E-8285-B7D56217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1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D516-AA60-77ED-6E15-F922D0D3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9B24-A8A1-A8D6-550A-FF3C154B0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000D4-85F2-1B1B-54D5-EE89B6AF0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A4A71-9ED5-0AEA-095C-0EF1A5909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90E59-234A-A892-3506-88D0F1AAD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4AABA-9AB2-4508-7CE8-18CBF952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2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1273-1ABF-F2A8-8865-17CC4021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5CFDC-C030-A170-E4BE-845162742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C3CDF-AB2A-D094-ACB7-5B8D9B398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BAC0F-03F4-BF47-309F-B9F82D0F8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5A32F-903D-7F5F-6741-0EDE61B9A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6C23E-3E5E-3891-4DB5-57C8CEBD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131D5-6977-377E-4CE4-CB8047EB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BD4DB8-973C-0089-53F3-CCB23723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9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24C6-DB73-21B4-C04C-BEAE42A8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5A5D1-9C57-CEDC-F967-37B4FF5CA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8D245-2A63-C47E-D332-2C5778C4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A9B0C-E3B0-89BE-5172-671F1CF6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8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34968-EE60-DD7D-E02E-95EA99F8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FFC4D2-37D8-CD6D-352A-C4B8842B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BCD3F-4A66-F64A-4B00-4B7468B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51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7AC7-4E19-5DC4-9460-E9880AB72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A9372-A89F-9CAD-3088-20BBFB06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C663A-D771-47CF-EA77-7B3119EA7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EC400-D628-28CC-A1A1-604DDC7A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60218-5C4E-9054-EB0C-508CA4C8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4DBC8-5F6E-25DC-472A-16C9746B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2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8BDF-C27F-10B1-0481-E5047110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D01EE-1F13-2702-F5DF-04710C677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AEB08-6A52-8E45-18C8-E4CC8894B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CB056-6984-14DA-22E8-B2BE83EC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0D184-F3D0-23AC-87CD-DE2779AC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E3A91-4E3A-13A9-FD7B-97D8259E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86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6B4C-65B4-2544-AD0E-ABFE6A52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F0BED-DAB7-467B-19BD-A69593395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79F6F-2C9B-71DC-0C23-15CE8A38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2140F-C30F-FC79-6C7F-1629BB69A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0F95C-0ABD-656E-FEE1-12C96980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5977D-CA2D-6D33-3167-839ACD13A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28529-46FD-97B3-3F3D-D7DA829A7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4E481-8158-0E53-B9CF-0A59890F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02498-B3DF-0CA8-2A20-1DE6E9A9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C3209-DE5E-659B-E976-67B1CE0F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4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E07D2-1B71-0359-CEEE-778018E7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22928-83DA-FAA4-2F17-2D7C5BD18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3C85-285C-0B37-4A9C-5DBE96CB9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458EE-FCBB-4142-971C-1C632A9AACB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DA609-E536-F178-DA4E-1C43EF9F24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C64DD-CEC2-015B-111D-6DF8651BC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42499-D510-DB41-BDB1-6478A62C9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9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roup 341">
            <a:extLst>
              <a:ext uri="{FF2B5EF4-FFF2-40B4-BE49-F238E27FC236}">
                <a16:creationId xmlns:a16="http://schemas.microsoft.com/office/drawing/2014/main" id="{FCDBE72A-2F11-CC4D-6065-D4F5EE13FB9D}"/>
              </a:ext>
            </a:extLst>
          </p:cNvPr>
          <p:cNvGrpSpPr/>
          <p:nvPr/>
        </p:nvGrpSpPr>
        <p:grpSpPr>
          <a:xfrm>
            <a:off x="127590" y="98460"/>
            <a:ext cx="10105617" cy="6551811"/>
            <a:chOff x="127590" y="98460"/>
            <a:chExt cx="10105617" cy="6551811"/>
          </a:xfrm>
        </p:grpSpPr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F76BCEB1-B25E-2F22-4B22-4F329B82C49F}"/>
                </a:ext>
              </a:extLst>
            </p:cNvPr>
            <p:cNvGrpSpPr/>
            <p:nvPr/>
          </p:nvGrpSpPr>
          <p:grpSpPr>
            <a:xfrm>
              <a:off x="127590" y="98460"/>
              <a:ext cx="9424235" cy="6551811"/>
              <a:chOff x="127590" y="98460"/>
              <a:chExt cx="9424235" cy="6551811"/>
            </a:xfrm>
          </p:grpSpPr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9E47E58D-BEB0-1223-EAB0-05453461B35E}"/>
                  </a:ext>
                </a:extLst>
              </p:cNvPr>
              <p:cNvGrpSpPr/>
              <p:nvPr/>
            </p:nvGrpSpPr>
            <p:grpSpPr>
              <a:xfrm>
                <a:off x="127590" y="98460"/>
                <a:ext cx="7673929" cy="6551811"/>
                <a:chOff x="127590" y="98460"/>
                <a:chExt cx="7673929" cy="6551811"/>
              </a:xfrm>
            </p:grpSpPr>
            <p:grpSp>
              <p:nvGrpSpPr>
                <p:cNvPr id="171" name="Group 170">
                  <a:extLst>
                    <a:ext uri="{FF2B5EF4-FFF2-40B4-BE49-F238E27FC236}">
                      <a16:creationId xmlns:a16="http://schemas.microsoft.com/office/drawing/2014/main" id="{D5B29586-C44B-ADE6-7EC4-F015084BB1EC}"/>
                    </a:ext>
                  </a:extLst>
                </p:cNvPr>
                <p:cNvGrpSpPr/>
                <p:nvPr/>
              </p:nvGrpSpPr>
              <p:grpSpPr>
                <a:xfrm>
                  <a:off x="127590" y="98460"/>
                  <a:ext cx="7151385" cy="6551811"/>
                  <a:chOff x="127590" y="98460"/>
                  <a:chExt cx="7151385" cy="6551811"/>
                </a:xfrm>
              </p:grpSpPr>
              <p:grpSp>
                <p:nvGrpSpPr>
                  <p:cNvPr id="148" name="Group 147">
                    <a:extLst>
                      <a:ext uri="{FF2B5EF4-FFF2-40B4-BE49-F238E27FC236}">
                        <a16:creationId xmlns:a16="http://schemas.microsoft.com/office/drawing/2014/main" id="{593F2B47-DAF8-6845-C680-9C88A743CEE0}"/>
                      </a:ext>
                    </a:extLst>
                  </p:cNvPr>
                  <p:cNvGrpSpPr/>
                  <p:nvPr/>
                </p:nvGrpSpPr>
                <p:grpSpPr>
                  <a:xfrm>
                    <a:off x="127590" y="98460"/>
                    <a:ext cx="5555344" cy="6551811"/>
                    <a:chOff x="127590" y="98460"/>
                    <a:chExt cx="5555344" cy="6551811"/>
                  </a:xfrm>
                </p:grpSpPr>
                <p:grpSp>
                  <p:nvGrpSpPr>
                    <p:cNvPr id="85" name="Group 84">
                      <a:extLst>
                        <a:ext uri="{FF2B5EF4-FFF2-40B4-BE49-F238E27FC236}">
                          <a16:creationId xmlns:a16="http://schemas.microsoft.com/office/drawing/2014/main" id="{EBBB9C5F-68CA-C2E0-A1C0-7D65BB5A22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7590" y="98460"/>
                      <a:ext cx="5351721" cy="2792074"/>
                      <a:chOff x="127590" y="98460"/>
                      <a:chExt cx="5351721" cy="2792074"/>
                    </a:xfrm>
                  </p:grpSpPr>
                  <p:grpSp>
                    <p:nvGrpSpPr>
                      <p:cNvPr id="80" name="Group 79">
                        <a:extLst>
                          <a:ext uri="{FF2B5EF4-FFF2-40B4-BE49-F238E27FC236}">
                            <a16:creationId xmlns:a16="http://schemas.microsoft.com/office/drawing/2014/main" id="{DFA6E15A-3685-5828-BC0E-338D29FBFFC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7590" y="98460"/>
                        <a:ext cx="5351721" cy="2792074"/>
                        <a:chOff x="744279" y="1643725"/>
                        <a:chExt cx="5351721" cy="2792074"/>
                      </a:xfrm>
                    </p:grpSpPr>
                    <p:grpSp>
                      <p:nvGrpSpPr>
                        <p:cNvPr id="77" name="Group 76">
                          <a:extLst>
                            <a:ext uri="{FF2B5EF4-FFF2-40B4-BE49-F238E27FC236}">
                              <a16:creationId xmlns:a16="http://schemas.microsoft.com/office/drawing/2014/main" id="{84BB7EB9-A53B-50BB-4D72-0A9C8C236FD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4279" y="1643725"/>
                          <a:ext cx="5351721" cy="2792074"/>
                          <a:chOff x="744279" y="1643725"/>
                          <a:chExt cx="5351721" cy="2792074"/>
                        </a:xfrm>
                      </p:grpSpPr>
                      <p:grpSp>
                        <p:nvGrpSpPr>
                          <p:cNvPr id="54" name="Group 53">
                            <a:extLst>
                              <a:ext uri="{FF2B5EF4-FFF2-40B4-BE49-F238E27FC236}">
                                <a16:creationId xmlns:a16="http://schemas.microsoft.com/office/drawing/2014/main" id="{B9D6230B-4F96-EAE5-C2C7-BB99A97DF0F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766064" y="1643725"/>
                            <a:ext cx="3329936" cy="2601868"/>
                            <a:chOff x="1849152" y="1636636"/>
                            <a:chExt cx="3329936" cy="2601868"/>
                          </a:xfrm>
                        </p:grpSpPr>
                        <p:sp>
                          <p:nvSpPr>
                            <p:cNvPr id="7" name="Oval 6">
                              <a:extLst>
                                <a:ext uri="{FF2B5EF4-FFF2-40B4-BE49-F238E27FC236}">
                                  <a16:creationId xmlns:a16="http://schemas.microsoft.com/office/drawing/2014/main" id="{2AD809C7-E7B4-2050-DB46-4FB558FE0D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49152" y="3775170"/>
                              <a:ext cx="1293491" cy="214322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id</a:t>
                              </a:r>
                            </a:p>
                          </p:txBody>
                        </p:sp>
                        <p:sp>
                          <p:nvSpPr>
                            <p:cNvPr id="4" name="TextBox 3">
                              <a:extLst>
                                <a:ext uri="{FF2B5EF4-FFF2-40B4-BE49-F238E27FC236}">
                                  <a16:creationId xmlns:a16="http://schemas.microsoft.com/office/drawing/2014/main" id="{49171DC1-F822-7F80-2B9E-6D9B41AD012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251515" y="4023060"/>
                              <a:ext cx="526005" cy="215444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 w="19050">
                              <a:solidFill>
                                <a:schemeClr val="accent1">
                                  <a:shade val="15000"/>
                                </a:schemeClr>
                              </a:solidFill>
                            </a:ln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en-US" sz="800" dirty="0">
                                  <a:solidFill>
                                    <a:schemeClr val="bg1"/>
                                  </a:solidFill>
                                </a:rPr>
                                <a:t>users</a:t>
                              </a:r>
                            </a:p>
                          </p:txBody>
                        </p:sp>
                        <p:cxnSp>
                          <p:nvCxnSpPr>
                            <p:cNvPr id="6" name="Straight Connector 5">
                              <a:extLst>
                                <a:ext uri="{FF2B5EF4-FFF2-40B4-BE49-F238E27FC236}">
                                  <a16:creationId xmlns:a16="http://schemas.microsoft.com/office/drawing/2014/main" id="{D63BBEF0-FA2D-2AC9-965C-95E010571CAF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3305331" y="1748516"/>
                              <a:ext cx="4209" cy="2274544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8" name="Oval 7">
                              <a:extLst>
                                <a:ext uri="{FF2B5EF4-FFF2-40B4-BE49-F238E27FC236}">
                                  <a16:creationId xmlns:a16="http://schemas.microsoft.com/office/drawing/2014/main" id="{44193FB3-511B-637F-0F91-20C5E1DD5C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54906" y="3503727"/>
                              <a:ext cx="1289181" cy="222103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username</a:t>
                              </a:r>
                            </a:p>
                          </p:txBody>
                        </p:sp>
                        <p:sp>
                          <p:nvSpPr>
                            <p:cNvPr id="9" name="Oval 8">
                              <a:extLst>
                                <a:ext uri="{FF2B5EF4-FFF2-40B4-BE49-F238E27FC236}">
                                  <a16:creationId xmlns:a16="http://schemas.microsoft.com/office/drawing/2014/main" id="{61864E39-28D3-8B23-C14E-14A304EF4A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61068" y="3249495"/>
                              <a:ext cx="1283019" cy="22293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email</a:t>
                              </a:r>
                            </a:p>
                          </p:txBody>
                        </p:sp>
                        <p:sp>
                          <p:nvSpPr>
                            <p:cNvPr id="10" name="Oval 9">
                              <a:extLst>
                                <a:ext uri="{FF2B5EF4-FFF2-40B4-BE49-F238E27FC236}">
                                  <a16:creationId xmlns:a16="http://schemas.microsoft.com/office/drawing/2014/main" id="{5BCEDEE5-AE4A-5AA9-E6FE-24198B892B4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67229" y="2987498"/>
                              <a:ext cx="1276858" cy="22293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fname</a:t>
                              </a:r>
                              <a:endParaRPr lang="en-US" sz="800" dirty="0"/>
                            </a:p>
                          </p:txBody>
                        </p:sp>
                        <p:sp>
                          <p:nvSpPr>
                            <p:cNvPr id="11" name="Oval 10">
                              <a:extLst>
                                <a:ext uri="{FF2B5EF4-FFF2-40B4-BE49-F238E27FC236}">
                                  <a16:creationId xmlns:a16="http://schemas.microsoft.com/office/drawing/2014/main" id="{DF119EB4-7A92-2FB7-077D-61DB7782060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61068" y="2717046"/>
                              <a:ext cx="1285559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lname</a:t>
                              </a:r>
                              <a:endParaRPr lang="en-US" sz="800" dirty="0"/>
                            </a:p>
                          </p:txBody>
                        </p:sp>
                        <p:cxnSp>
                          <p:nvCxnSpPr>
                            <p:cNvPr id="12" name="Straight Connector 11">
                              <a:extLst>
                                <a:ext uri="{FF2B5EF4-FFF2-40B4-BE49-F238E27FC236}">
                                  <a16:creationId xmlns:a16="http://schemas.microsoft.com/office/drawing/2014/main" id="{D3040E6B-E035-B418-1223-F2F0AA4AF9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3705069" y="1748516"/>
                              <a:ext cx="0" cy="2274544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15" name="Oval 14">
                              <a:extLst>
                                <a:ext uri="{FF2B5EF4-FFF2-40B4-BE49-F238E27FC236}">
                                  <a16:creationId xmlns:a16="http://schemas.microsoft.com/office/drawing/2014/main" id="{5B346ED1-23BF-22FC-BB8C-96F7136368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67983" y="3519185"/>
                              <a:ext cx="1311105" cy="212379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reset_password</a:t>
                              </a:r>
                              <a:endParaRPr lang="en-US" sz="800" dirty="0"/>
                            </a:p>
                          </p:txBody>
                        </p:sp>
                        <p:sp>
                          <p:nvSpPr>
                            <p:cNvPr id="16" name="Oval 15">
                              <a:extLst>
                                <a:ext uri="{FF2B5EF4-FFF2-40B4-BE49-F238E27FC236}">
                                  <a16:creationId xmlns:a16="http://schemas.microsoft.com/office/drawing/2014/main" id="{6BD66946-FBA6-56CC-9925-0EBD6DACEF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73709" y="3254230"/>
                              <a:ext cx="1305379" cy="221674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inactive</a:t>
                              </a:r>
                            </a:p>
                          </p:txBody>
                        </p:sp>
                        <p:sp>
                          <p:nvSpPr>
                            <p:cNvPr id="17" name="Oval 16">
                              <a:extLst>
                                <a:ext uri="{FF2B5EF4-FFF2-40B4-BE49-F238E27FC236}">
                                  <a16:creationId xmlns:a16="http://schemas.microsoft.com/office/drawing/2014/main" id="{9B64DD16-6DA0-579E-F057-477456F503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61839" y="2988754"/>
                              <a:ext cx="1305375" cy="221675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login_attempts</a:t>
                              </a:r>
                              <a:endParaRPr lang="en-US" sz="800" dirty="0"/>
                            </a:p>
                          </p:txBody>
                        </p:sp>
                        <p:sp>
                          <p:nvSpPr>
                            <p:cNvPr id="18" name="Oval 17">
                              <a:extLst>
                                <a:ext uri="{FF2B5EF4-FFF2-40B4-BE49-F238E27FC236}">
                                  <a16:creationId xmlns:a16="http://schemas.microsoft.com/office/drawing/2014/main" id="{FAD1FBBF-FB30-F12F-CE95-E9854381D5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73707" y="2725340"/>
                              <a:ext cx="1293502" cy="221676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created_at</a:t>
                              </a:r>
                              <a:endParaRPr lang="en-US" sz="800" dirty="0"/>
                            </a:p>
                          </p:txBody>
                        </p:sp>
                        <p:sp>
                          <p:nvSpPr>
                            <p:cNvPr id="19" name="Oval 18">
                              <a:extLst>
                                <a:ext uri="{FF2B5EF4-FFF2-40B4-BE49-F238E27FC236}">
                                  <a16:creationId xmlns:a16="http://schemas.microsoft.com/office/drawing/2014/main" id="{9CFB2C99-46CB-7293-57DD-42B93DB408A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73707" y="2458282"/>
                              <a:ext cx="1293497" cy="221676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updated_at</a:t>
                              </a:r>
                              <a:endParaRPr lang="en-US" sz="800" dirty="0"/>
                            </a:p>
                          </p:txBody>
                        </p:sp>
                        <p:sp>
                          <p:nvSpPr>
                            <p:cNvPr id="20" name="Oval 19">
                              <a:extLst>
                                <a:ext uri="{FF2B5EF4-FFF2-40B4-BE49-F238E27FC236}">
                                  <a16:creationId xmlns:a16="http://schemas.microsoft.com/office/drawing/2014/main" id="{A67B2569-85E1-C6AA-BF0E-C6B93084BA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60527" y="2458301"/>
                              <a:ext cx="1275414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deleted</a:t>
                              </a:r>
                            </a:p>
                          </p:txBody>
                        </p:sp>
                        <p:cxnSp>
                          <p:nvCxnSpPr>
                            <p:cNvPr id="25" name="Straight Connector 24">
                              <a:extLst>
                                <a:ext uri="{FF2B5EF4-FFF2-40B4-BE49-F238E27FC236}">
                                  <a16:creationId xmlns:a16="http://schemas.microsoft.com/office/drawing/2014/main" id="{ED1B1C87-2F25-0D1F-D668-7D89A081103D}"/>
                                </a:ext>
                              </a:extLst>
                            </p:cNvPr>
                            <p:cNvCxnSpPr>
                              <a:cxnSpLocks/>
                              <a:endCxn id="20" idx="6"/>
                            </p:cNvCxnSpPr>
                            <p:nvPr/>
                          </p:nvCxnSpPr>
                          <p:spPr>
                            <a:xfrm flipH="1">
                              <a:off x="3135941" y="2567251"/>
                              <a:ext cx="158704" cy="2931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6" name="Straight Connector 25">
                              <a:extLst>
                                <a:ext uri="{FF2B5EF4-FFF2-40B4-BE49-F238E27FC236}">
                                  <a16:creationId xmlns:a16="http://schemas.microsoft.com/office/drawing/2014/main" id="{AD81261D-6EC1-D25B-30C4-086DEF8D8C94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44813" y="2818508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" name="Straight Connector 26">
                              <a:extLst>
                                <a:ext uri="{FF2B5EF4-FFF2-40B4-BE49-F238E27FC236}">
                                  <a16:creationId xmlns:a16="http://schemas.microsoft.com/office/drawing/2014/main" id="{F52AA8E2-17ED-0C18-3442-0EBA22EF3C3C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35941" y="3087811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" name="Straight Connector 27">
                              <a:extLst>
                                <a:ext uri="{FF2B5EF4-FFF2-40B4-BE49-F238E27FC236}">
                                  <a16:creationId xmlns:a16="http://schemas.microsoft.com/office/drawing/2014/main" id="{497264D3-48B2-8315-F3D5-0D4F1D009B5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35941" y="3365067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9" name="Straight Connector 28">
                              <a:extLst>
                                <a:ext uri="{FF2B5EF4-FFF2-40B4-BE49-F238E27FC236}">
                                  <a16:creationId xmlns:a16="http://schemas.microsoft.com/office/drawing/2014/main" id="{A366E483-6275-ADDF-BCE3-61A60C7FA40C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44813" y="3625374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0" name="Straight Connector 29">
                              <a:extLst>
                                <a:ext uri="{FF2B5EF4-FFF2-40B4-BE49-F238E27FC236}">
                                  <a16:creationId xmlns:a16="http://schemas.microsoft.com/office/drawing/2014/main" id="{6CC4424B-0253-322F-2251-9D85DCF12DE1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44813" y="3884401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1" name="Straight Connector 30">
                              <a:extLst>
                                <a:ext uri="{FF2B5EF4-FFF2-40B4-BE49-F238E27FC236}">
                                  <a16:creationId xmlns:a16="http://schemas.microsoft.com/office/drawing/2014/main" id="{7791C2BF-2D0C-9AAE-5897-320EA1F0C30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705069" y="2573912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2" name="Straight Connector 31">
                              <a:extLst>
                                <a:ext uri="{FF2B5EF4-FFF2-40B4-BE49-F238E27FC236}">
                                  <a16:creationId xmlns:a16="http://schemas.microsoft.com/office/drawing/2014/main" id="{8383A1E7-53ED-B30E-F38B-4566537341C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705069" y="2836178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3" name="Straight Connector 32">
                              <a:extLst>
                                <a:ext uri="{FF2B5EF4-FFF2-40B4-BE49-F238E27FC236}">
                                  <a16:creationId xmlns:a16="http://schemas.microsoft.com/office/drawing/2014/main" id="{FC8F6356-50DC-9A2D-59D8-D5BA69674458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705069" y="3099591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4" name="Straight Connector 33">
                              <a:extLst>
                                <a:ext uri="{FF2B5EF4-FFF2-40B4-BE49-F238E27FC236}">
                                  <a16:creationId xmlns:a16="http://schemas.microsoft.com/office/drawing/2014/main" id="{564334BA-CB2A-335E-90F9-089597CCB582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697617" y="3365067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5" name="Straight Connector 34">
                              <a:extLst>
                                <a:ext uri="{FF2B5EF4-FFF2-40B4-BE49-F238E27FC236}">
                                  <a16:creationId xmlns:a16="http://schemas.microsoft.com/office/drawing/2014/main" id="{A2436F57-2418-3552-0803-FAEBE16D64FA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705069" y="3625374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6" name="Straight Connector 35">
                              <a:extLst>
                                <a:ext uri="{FF2B5EF4-FFF2-40B4-BE49-F238E27FC236}">
                                  <a16:creationId xmlns:a16="http://schemas.microsoft.com/office/drawing/2014/main" id="{D63F05CE-2684-79A8-2BCA-9F339D0C1780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705069" y="3884401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14" name="Oval 13">
                              <a:extLst>
                                <a:ext uri="{FF2B5EF4-FFF2-40B4-BE49-F238E27FC236}">
                                  <a16:creationId xmlns:a16="http://schemas.microsoft.com/office/drawing/2014/main" id="{33C6C6C6-21F6-F6CC-1E12-D6ADB8DDEA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73721" y="3784894"/>
                              <a:ext cx="1305367" cy="212379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 err="1"/>
                                <a:t>acl</a:t>
                              </a:r>
                              <a:endParaRPr lang="en-US" sz="800" dirty="0"/>
                            </a:p>
                          </p:txBody>
                        </p:sp>
                        <p:sp>
                          <p:nvSpPr>
                            <p:cNvPr id="41" name="Oval 40">
                              <a:extLst>
                                <a:ext uri="{FF2B5EF4-FFF2-40B4-BE49-F238E27FC236}">
                                  <a16:creationId xmlns:a16="http://schemas.microsoft.com/office/drawing/2014/main" id="{27279752-C5BD-FEF0-211A-B876EE8DF1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50382" y="2195474"/>
                              <a:ext cx="1285559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address_1</a:t>
                              </a:r>
                            </a:p>
                          </p:txBody>
                        </p:sp>
                        <p:sp>
                          <p:nvSpPr>
                            <p:cNvPr id="42" name="Oval 41">
                              <a:extLst>
                                <a:ext uri="{FF2B5EF4-FFF2-40B4-BE49-F238E27FC236}">
                                  <a16:creationId xmlns:a16="http://schemas.microsoft.com/office/drawing/2014/main" id="{CC7DA8E1-DD1C-E5F3-DFE0-C8B7D22B10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61839" y="2199256"/>
                              <a:ext cx="1285559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address_2</a:t>
                              </a:r>
                            </a:p>
                          </p:txBody>
                        </p:sp>
                        <p:sp>
                          <p:nvSpPr>
                            <p:cNvPr id="43" name="Oval 42">
                              <a:extLst>
                                <a:ext uri="{FF2B5EF4-FFF2-40B4-BE49-F238E27FC236}">
                                  <a16:creationId xmlns:a16="http://schemas.microsoft.com/office/drawing/2014/main" id="{6CF8B051-EBB3-FF38-0827-502C1D0473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67229" y="1916672"/>
                              <a:ext cx="1285559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city</a:t>
                              </a:r>
                            </a:p>
                          </p:txBody>
                        </p:sp>
                        <p:sp>
                          <p:nvSpPr>
                            <p:cNvPr id="44" name="Oval 43">
                              <a:extLst>
                                <a:ext uri="{FF2B5EF4-FFF2-40B4-BE49-F238E27FC236}">
                                  <a16:creationId xmlns:a16="http://schemas.microsoft.com/office/drawing/2014/main" id="{4D2F166E-82EF-624A-B765-96F2C0FA92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861838" y="1930113"/>
                              <a:ext cx="1285559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state</a:t>
                              </a:r>
                            </a:p>
                          </p:txBody>
                        </p:sp>
                        <p:sp>
                          <p:nvSpPr>
                            <p:cNvPr id="45" name="Oval 44">
                              <a:extLst>
                                <a:ext uri="{FF2B5EF4-FFF2-40B4-BE49-F238E27FC236}">
                                  <a16:creationId xmlns:a16="http://schemas.microsoft.com/office/drawing/2014/main" id="{7B6275DE-7664-708D-4F23-142F8106D8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49152" y="1636636"/>
                              <a:ext cx="1285559" cy="223761"/>
                            </a:xfrm>
                            <a:prstGeom prst="ellipse">
                              <a:avLst/>
                            </a:prstGeom>
                            <a:solidFill>
                              <a:schemeClr val="accent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800" dirty="0"/>
                                <a:t>zip</a:t>
                              </a:r>
                            </a:p>
                          </p:txBody>
                        </p:sp>
                        <p:cxnSp>
                          <p:nvCxnSpPr>
                            <p:cNvPr id="47" name="Straight Connector 46">
                              <a:extLst>
                                <a:ext uri="{FF2B5EF4-FFF2-40B4-BE49-F238E27FC236}">
                                  <a16:creationId xmlns:a16="http://schemas.microsoft.com/office/drawing/2014/main" id="{FD082BB5-FE44-843B-ACB5-90585A6BF792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24264" y="2307354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9" name="Straight Connector 48">
                              <a:extLst>
                                <a:ext uri="{FF2B5EF4-FFF2-40B4-BE49-F238E27FC236}">
                                  <a16:creationId xmlns:a16="http://schemas.microsoft.com/office/drawing/2014/main" id="{D5CD465C-C2C7-7ACE-0260-CD8B1D7C85C1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44813" y="2029432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0" name="Straight Connector 49">
                              <a:extLst>
                                <a:ext uri="{FF2B5EF4-FFF2-40B4-BE49-F238E27FC236}">
                                  <a16:creationId xmlns:a16="http://schemas.microsoft.com/office/drawing/2014/main" id="{4CCA26A2-E7EF-E444-DF2E-2FE6BC43DBE3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705069" y="2307354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1" name="Straight Connector 50">
                              <a:extLst>
                                <a:ext uri="{FF2B5EF4-FFF2-40B4-BE49-F238E27FC236}">
                                  <a16:creationId xmlns:a16="http://schemas.microsoft.com/office/drawing/2014/main" id="{5EADF159-E614-0E3E-6549-F49B3CD5A709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134711" y="1748516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2" name="Straight Connector 51">
                              <a:extLst>
                                <a:ext uri="{FF2B5EF4-FFF2-40B4-BE49-F238E27FC236}">
                                  <a16:creationId xmlns:a16="http://schemas.microsoft.com/office/drawing/2014/main" id="{05DCAF2D-6767-E67A-B8B9-349B2AD56A81}"/>
                                </a:ext>
                              </a:extLst>
                            </p:cNvPr>
                            <p:cNvCxnSpPr/>
                            <p:nvPr/>
                          </p:nvCxnSpPr>
                          <p:spPr>
                            <a:xfrm flipH="1">
                              <a:off x="3698359" y="2041993"/>
                              <a:ext cx="168638" cy="0"/>
                            </a:xfrm>
                            <a:prstGeom prst="line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59" name="Straight Connector 58">
                            <a:extLst>
                              <a:ext uri="{FF2B5EF4-FFF2-40B4-BE49-F238E27FC236}">
                                <a16:creationId xmlns:a16="http://schemas.microsoft.com/office/drawing/2014/main" id="{79FBBE63-3AE0-6FBE-D3DD-0E83109974A6}"/>
                              </a:ext>
                            </a:extLst>
                          </p:cNvPr>
                          <p:cNvCxnSpPr>
                            <a:stCxn id="4" idx="1"/>
                          </p:cNvCxnSpPr>
                          <p:nvPr/>
                        </p:nvCxnSpPr>
                        <p:spPr>
                          <a:xfrm flipH="1">
                            <a:off x="2551814" y="4137871"/>
                            <a:ext cx="1616613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Diamond 59">
                            <a:extLst>
                              <a:ext uri="{FF2B5EF4-FFF2-40B4-BE49-F238E27FC236}">
                                <a16:creationId xmlns:a16="http://schemas.microsoft.com/office/drawing/2014/main" id="{0A4B5BF0-2AA6-2A88-9752-8B99C41A8F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856362" y="3839943"/>
                            <a:ext cx="689237" cy="595856"/>
                          </a:xfrm>
                          <a:prstGeom prst="diamond">
                            <a:avLst/>
                          </a:prstGeom>
                          <a:solidFill>
                            <a:schemeClr val="accent2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800" dirty="0"/>
                          </a:p>
                        </p:txBody>
                      </p:sp>
                      <p:cxnSp>
                        <p:nvCxnSpPr>
                          <p:cNvPr id="62" name="Straight Connector 61">
                            <a:extLst>
                              <a:ext uri="{FF2B5EF4-FFF2-40B4-BE49-F238E27FC236}">
                                <a16:creationId xmlns:a16="http://schemas.microsoft.com/office/drawing/2014/main" id="{1E66FAD9-C917-E0FD-2DB2-75F93C45BA03}"/>
                              </a:ext>
                            </a:extLst>
                          </p:cNvPr>
                          <p:cNvCxnSpPr>
                            <a:stCxn id="60" idx="1"/>
                          </p:cNvCxnSpPr>
                          <p:nvPr/>
                        </p:nvCxnSpPr>
                        <p:spPr>
                          <a:xfrm flipH="1">
                            <a:off x="1254642" y="4137871"/>
                            <a:ext cx="601720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3" name="Rectangle 62">
                            <a:extLst>
                              <a:ext uri="{FF2B5EF4-FFF2-40B4-BE49-F238E27FC236}">
                                <a16:creationId xmlns:a16="http://schemas.microsoft.com/office/drawing/2014/main" id="{7AC7250A-DDB7-1D95-7E15-CE2E52D90F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44279" y="4004362"/>
                            <a:ext cx="503274" cy="241231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800" dirty="0" err="1"/>
                              <a:t>acl</a:t>
                            </a:r>
                            <a:endParaRPr lang="en-US" sz="800" dirty="0"/>
                          </a:p>
                        </p:txBody>
                      </p:sp>
                      <p:cxnSp>
                        <p:nvCxnSpPr>
                          <p:cNvPr id="65" name="Straight Connector 64">
                            <a:extLst>
                              <a:ext uri="{FF2B5EF4-FFF2-40B4-BE49-F238E27FC236}">
                                <a16:creationId xmlns:a16="http://schemas.microsoft.com/office/drawing/2014/main" id="{CAD91247-EB36-335D-FEAA-951BFCF64CA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995916" y="2571753"/>
                            <a:ext cx="3542" cy="1424828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6" name="Oval 65">
                            <a:extLst>
                              <a:ext uri="{FF2B5EF4-FFF2-40B4-BE49-F238E27FC236}">
                                <a16:creationId xmlns:a16="http://schemas.microsoft.com/office/drawing/2014/main" id="{A9C34AF0-C9AD-7635-C5C6-0636943657E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83968" y="3526031"/>
                            <a:ext cx="1283019" cy="222931"/>
                          </a:xfrm>
                          <a:prstGeom prst="ellipse">
                            <a:avLst/>
                          </a:prstGeom>
                          <a:solidFill>
                            <a:schemeClr val="accent6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800" dirty="0"/>
                              <a:t>id</a:t>
                            </a:r>
                          </a:p>
                        </p:txBody>
                      </p:sp>
                      <p:cxnSp>
                        <p:nvCxnSpPr>
                          <p:cNvPr id="67" name="Straight Connector 66">
                            <a:extLst>
                              <a:ext uri="{FF2B5EF4-FFF2-40B4-BE49-F238E27FC236}">
                                <a16:creationId xmlns:a16="http://schemas.microsoft.com/office/drawing/2014/main" id="{6FAFE534-1C97-509C-14A7-FDF2B0F22C1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H="1">
                            <a:off x="1008620" y="3638706"/>
                            <a:ext cx="168638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8" name="Oval 67">
                            <a:extLst>
                              <a:ext uri="{FF2B5EF4-FFF2-40B4-BE49-F238E27FC236}">
                                <a16:creationId xmlns:a16="http://schemas.microsoft.com/office/drawing/2014/main" id="{B6E26C6D-EDDD-B065-8C64-D6B856657D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87117" y="3270631"/>
                            <a:ext cx="1283019" cy="222931"/>
                          </a:xfrm>
                          <a:prstGeom prst="ellipse">
                            <a:avLst/>
                          </a:prstGeom>
                          <a:solidFill>
                            <a:schemeClr val="accent6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800" dirty="0" err="1"/>
                              <a:t>acl</a:t>
                            </a:r>
                            <a:endParaRPr lang="en-US" sz="800" dirty="0"/>
                          </a:p>
                        </p:txBody>
                      </p:sp>
                      <p:sp>
                        <p:nvSpPr>
                          <p:cNvPr id="69" name="Oval 68">
                            <a:extLst>
                              <a:ext uri="{FF2B5EF4-FFF2-40B4-BE49-F238E27FC236}">
                                <a16:creationId xmlns:a16="http://schemas.microsoft.com/office/drawing/2014/main" id="{5BBE24B9-659C-7E44-DDED-1959FED7AD6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6536" y="2994587"/>
                            <a:ext cx="1283019" cy="222931"/>
                          </a:xfrm>
                          <a:prstGeom prst="ellipse">
                            <a:avLst/>
                          </a:prstGeom>
                          <a:solidFill>
                            <a:schemeClr val="accent6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800" dirty="0"/>
                              <a:t>deleted</a:t>
                            </a:r>
                          </a:p>
                        </p:txBody>
                      </p:sp>
                      <p:sp>
                        <p:nvSpPr>
                          <p:cNvPr id="70" name="Oval 69">
                            <a:extLst>
                              <a:ext uri="{FF2B5EF4-FFF2-40B4-BE49-F238E27FC236}">
                                <a16:creationId xmlns:a16="http://schemas.microsoft.com/office/drawing/2014/main" id="{72327505-A084-7216-7161-5F4706B527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5280" y="2732429"/>
                            <a:ext cx="1283019" cy="222931"/>
                          </a:xfrm>
                          <a:prstGeom prst="ellipse">
                            <a:avLst/>
                          </a:prstGeom>
                          <a:solidFill>
                            <a:schemeClr val="accent6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800" dirty="0" err="1"/>
                              <a:t>created_at</a:t>
                            </a:r>
                            <a:endParaRPr lang="en-US" sz="800" dirty="0"/>
                          </a:p>
                        </p:txBody>
                      </p:sp>
                      <p:sp>
                        <p:nvSpPr>
                          <p:cNvPr id="71" name="Oval 70">
                            <a:extLst>
                              <a:ext uri="{FF2B5EF4-FFF2-40B4-BE49-F238E27FC236}">
                                <a16:creationId xmlns:a16="http://schemas.microsoft.com/office/drawing/2014/main" id="{BA35B44D-060C-8093-B080-37ED3DA8C2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6536" y="2462147"/>
                            <a:ext cx="1283019" cy="222931"/>
                          </a:xfrm>
                          <a:prstGeom prst="ellipse">
                            <a:avLst/>
                          </a:prstGeom>
                          <a:solidFill>
                            <a:schemeClr val="accent6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sz="800" dirty="0" err="1"/>
                              <a:t>deleted_at</a:t>
                            </a:r>
                            <a:endParaRPr lang="en-US" sz="800" dirty="0"/>
                          </a:p>
                        </p:txBody>
                      </p:sp>
                      <p:cxnSp>
                        <p:nvCxnSpPr>
                          <p:cNvPr id="73" name="Straight Connector 72">
                            <a:extLst>
                              <a:ext uri="{FF2B5EF4-FFF2-40B4-BE49-F238E27FC236}">
                                <a16:creationId xmlns:a16="http://schemas.microsoft.com/office/drawing/2014/main" id="{2E12D58D-F1F1-50C9-AA87-03F33F3BF194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H="1">
                            <a:off x="1008620" y="3378209"/>
                            <a:ext cx="168638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74" name="Straight Connector 73">
                            <a:extLst>
                              <a:ext uri="{FF2B5EF4-FFF2-40B4-BE49-F238E27FC236}">
                                <a16:creationId xmlns:a16="http://schemas.microsoft.com/office/drawing/2014/main" id="{AD940910-31E7-C866-7B87-8BDDB3434227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H="1">
                            <a:off x="995916" y="3106052"/>
                            <a:ext cx="168638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75" name="Straight Connector 74">
                            <a:extLst>
                              <a:ext uri="{FF2B5EF4-FFF2-40B4-BE49-F238E27FC236}">
                                <a16:creationId xmlns:a16="http://schemas.microsoft.com/office/drawing/2014/main" id="{678A7160-9C56-E87F-0325-93477ACEF3C2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H="1">
                            <a:off x="995916" y="2843266"/>
                            <a:ext cx="168638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76" name="Straight Connector 75">
                            <a:extLst>
                              <a:ext uri="{FF2B5EF4-FFF2-40B4-BE49-F238E27FC236}">
                                <a16:creationId xmlns:a16="http://schemas.microsoft.com/office/drawing/2014/main" id="{601B51D3-C4EA-39A6-9D4F-BB82AFB90E85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 flipH="1">
                            <a:off x="995916" y="2581001"/>
                            <a:ext cx="168638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78" name="TextBox 77">
                          <a:extLst>
                            <a:ext uri="{FF2B5EF4-FFF2-40B4-BE49-F238E27FC236}">
                              <a16:creationId xmlns:a16="http://schemas.microsoft.com/office/drawing/2014/main" id="{E7D8C800-9551-E09E-4B5A-6B4A88006FB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205143" y="3963578"/>
                          <a:ext cx="226828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800" dirty="0"/>
                            <a:t>M</a:t>
                          </a:r>
                        </a:p>
                      </p:txBody>
                    </p:sp>
                    <p:sp>
                      <p:nvSpPr>
                        <p:cNvPr id="79" name="TextBox 78">
                          <a:extLst>
                            <a:ext uri="{FF2B5EF4-FFF2-40B4-BE49-F238E27FC236}">
                              <a16:creationId xmlns:a16="http://schemas.microsoft.com/office/drawing/2014/main" id="{908083AD-E05E-0022-0258-43AAB072FC5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45916" y="3963578"/>
                          <a:ext cx="226828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800" dirty="0"/>
                            <a:t>M</a:t>
                          </a:r>
                        </a:p>
                      </p:txBody>
                    </p:sp>
                  </p:grp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8B85BFD4-7B72-C941-B9A0-3F0B6FDB0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62061" y="104801"/>
                        <a:ext cx="1285559" cy="223761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country</a:t>
                        </a:r>
                      </a:p>
                    </p:txBody>
                  </p:sp>
                  <p:cxnSp>
                    <p:nvCxnSpPr>
                      <p:cNvPr id="84" name="Straight Connector 83">
                        <a:extLst>
                          <a:ext uri="{FF2B5EF4-FFF2-40B4-BE49-F238E27FC236}">
                            <a16:creationId xmlns:a16="http://schemas.microsoft.com/office/drawing/2014/main" id="{B0A1793B-572A-9891-3094-0FF76C972D8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3423" y="210340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7" name="Group 146">
                      <a:extLst>
                        <a:ext uri="{FF2B5EF4-FFF2-40B4-BE49-F238E27FC236}">
                          <a16:creationId xmlns:a16="http://schemas.microsoft.com/office/drawing/2014/main" id="{0AB07354-E3D1-8DEC-2729-A068799B11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8442" y="2675090"/>
                      <a:ext cx="3834492" cy="3975181"/>
                      <a:chOff x="1848442" y="2675090"/>
                      <a:chExt cx="3834492" cy="3975181"/>
                    </a:xfrm>
                  </p:grpSpPr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E49A9DC2-F82B-9A20-8A12-8A5F5DF63D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61848" y="3563060"/>
                        <a:ext cx="1105786" cy="318976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transactions</a:t>
                        </a:r>
                      </a:p>
                    </p:txBody>
                  </p:sp>
                  <p:sp>
                    <p:nvSpPr>
                      <p:cNvPr id="81" name="Diamond 80">
                        <a:extLst>
                          <a:ext uri="{FF2B5EF4-FFF2-40B4-BE49-F238E27FC236}">
                            <a16:creationId xmlns:a16="http://schemas.microsoft.com/office/drawing/2014/main" id="{2D3A714D-54C4-A6F8-D308-4830BF63B8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72824" y="2820060"/>
                        <a:ext cx="689237" cy="595856"/>
                      </a:xfrm>
                      <a:prstGeom prst="diamond">
                        <a:avLst/>
                      </a:prstGeom>
                      <a:solidFill>
                        <a:schemeClr val="accent2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has</a:t>
                        </a:r>
                      </a:p>
                    </p:txBody>
                  </p: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54777768-959C-D2C2-84FB-FECF67F177F5}"/>
                          </a:ext>
                        </a:extLst>
                      </p:cNvPr>
                      <p:cNvCxnSpPr>
                        <a:cxnSpLocks/>
                        <a:stCxn id="4" idx="2"/>
                      </p:cNvCxnSpPr>
                      <p:nvPr/>
                    </p:nvCxnSpPr>
                    <p:spPr>
                      <a:xfrm>
                        <a:off x="3814741" y="2700328"/>
                        <a:ext cx="0" cy="11791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7DC9E5F7-19B7-F262-B456-DF5067CF2E2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814741" y="3429000"/>
                        <a:ext cx="1304" cy="122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9" name="TextBox 88">
                        <a:extLst>
                          <a:ext uri="{FF2B5EF4-FFF2-40B4-BE49-F238E27FC236}">
                            <a16:creationId xmlns:a16="http://schemas.microsoft.com/office/drawing/2014/main" id="{5B0F947C-46BB-BA39-3131-FA49D713B62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87913" y="2675090"/>
                        <a:ext cx="22682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800" dirty="0"/>
                          <a:t>1</a:t>
                        </a:r>
                      </a:p>
                    </p:txBody>
                  </p:sp>
                  <p:sp>
                    <p:nvSpPr>
                      <p:cNvPr id="90" name="TextBox 89">
                        <a:extLst>
                          <a:ext uri="{FF2B5EF4-FFF2-40B4-BE49-F238E27FC236}">
                            <a16:creationId xmlns:a16="http://schemas.microsoft.com/office/drawing/2014/main" id="{28E89374-042B-49A2-F205-A86DF2E416D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86539" y="3398691"/>
                        <a:ext cx="226828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800" dirty="0"/>
                          <a:t>M</a:t>
                        </a:r>
                      </a:p>
                    </p:txBody>
                  </p:sp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47A9625C-4297-B307-F7CF-7C0D8C7A46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8794" y="5925783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shipping_address_1</a:t>
                        </a:r>
                      </a:p>
                    </p:txBody>
                  </p:sp>
                  <p:sp>
                    <p:nvSpPr>
                      <p:cNvPr id="92" name="Oval 91">
                        <a:extLst>
                          <a:ext uri="{FF2B5EF4-FFF2-40B4-BE49-F238E27FC236}">
                            <a16:creationId xmlns:a16="http://schemas.microsoft.com/office/drawing/2014/main" id="{AC402E40-AA4F-39F9-E6CC-EE7D3127ED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9730" y="4146101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id</a:t>
                        </a:r>
                      </a:p>
                    </p:txBody>
                  </p:sp>
                  <p:sp>
                    <p:nvSpPr>
                      <p:cNvPr id="93" name="Oval 92">
                        <a:extLst>
                          <a:ext uri="{FF2B5EF4-FFF2-40B4-BE49-F238E27FC236}">
                            <a16:creationId xmlns:a16="http://schemas.microsoft.com/office/drawing/2014/main" id="{25B05F9B-847D-B0DC-1413-B8825A9786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59754" y="4146101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user_id</a:t>
                        </a:r>
                        <a:endParaRPr lang="en-US" sz="800" dirty="0"/>
                      </a:p>
                    </p:txBody>
                  </p:sp>
                  <p:cxnSp>
                    <p:nvCxnSpPr>
                      <p:cNvPr id="94" name="Straight Connector 93">
                        <a:extLst>
                          <a:ext uri="{FF2B5EF4-FFF2-40B4-BE49-F238E27FC236}">
                            <a16:creationId xmlns:a16="http://schemas.microsoft.com/office/drawing/2014/main" id="{181B9519-1AA7-4E86-C8E0-3FFFD1420C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544460" y="3881257"/>
                        <a:ext cx="0" cy="266185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Connector 95">
                        <a:extLst>
                          <a:ext uri="{FF2B5EF4-FFF2-40B4-BE49-F238E27FC236}">
                            <a16:creationId xmlns:a16="http://schemas.microsoft.com/office/drawing/2014/main" id="{79C7835D-53B7-ADB2-F578-8A82481829C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992052" y="3881257"/>
                        <a:ext cx="1371" cy="266185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Connector 96">
                        <a:extLst>
                          <a:ext uri="{FF2B5EF4-FFF2-40B4-BE49-F238E27FC236}">
                            <a16:creationId xmlns:a16="http://schemas.microsoft.com/office/drawing/2014/main" id="{679875D9-9187-A6B3-05AA-AC7A33D4BB81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75822" y="4257210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Connector 97">
                        <a:extLst>
                          <a:ext uri="{FF2B5EF4-FFF2-40B4-BE49-F238E27FC236}">
                            <a16:creationId xmlns:a16="http://schemas.microsoft.com/office/drawing/2014/main" id="{85F80145-F16C-596D-A3B4-8A634FCBC69B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8204" y="4250122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9" name="Oval 98">
                        <a:extLst>
                          <a:ext uri="{FF2B5EF4-FFF2-40B4-BE49-F238E27FC236}">
                            <a16:creationId xmlns:a16="http://schemas.microsoft.com/office/drawing/2014/main" id="{E8C613DA-A1D7-52EF-69DC-B4E731E582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8794" y="4399815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created_at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00" name="Oval 99">
                        <a:extLst>
                          <a:ext uri="{FF2B5EF4-FFF2-40B4-BE49-F238E27FC236}">
                            <a16:creationId xmlns:a16="http://schemas.microsoft.com/office/drawing/2014/main" id="{A642F986-C3C3-1B9D-C2F2-4E809857F2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7885" y="4395015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updated_at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01" name="Oval 100">
                        <a:extLst>
                          <a:ext uri="{FF2B5EF4-FFF2-40B4-BE49-F238E27FC236}">
                            <a16:creationId xmlns:a16="http://schemas.microsoft.com/office/drawing/2014/main" id="{A6695B92-A048-69BA-D2F7-810CB98C89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0755" y="4662701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cart_id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02" name="Oval 101">
                        <a:extLst>
                          <a:ext uri="{FF2B5EF4-FFF2-40B4-BE49-F238E27FC236}">
                            <a16:creationId xmlns:a16="http://schemas.microsoft.com/office/drawing/2014/main" id="{2409164E-0EA4-122C-C0A0-1016514F22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8465" y="4660296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gateway</a:t>
                        </a:r>
                      </a:p>
                    </p:txBody>
                  </p:sp>
                  <p:sp>
                    <p:nvSpPr>
                      <p:cNvPr id="103" name="Oval 102">
                        <a:extLst>
                          <a:ext uri="{FF2B5EF4-FFF2-40B4-BE49-F238E27FC236}">
                            <a16:creationId xmlns:a16="http://schemas.microsoft.com/office/drawing/2014/main" id="{807F0D5B-A71A-497F-DA9D-7502C24ED0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6818" y="4909811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type</a:t>
                        </a:r>
                      </a:p>
                    </p:txBody>
                  </p:sp>
                  <p:sp>
                    <p:nvSpPr>
                      <p:cNvPr id="104" name="Oval 103">
                        <a:extLst>
                          <a:ext uri="{FF2B5EF4-FFF2-40B4-BE49-F238E27FC236}">
                            <a16:creationId xmlns:a16="http://schemas.microsoft.com/office/drawing/2014/main" id="{88604E03-34AB-1C25-59D2-0769C8F2E5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7885" y="4907571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amount</a:t>
                        </a:r>
                      </a:p>
                    </p:txBody>
                  </p:sp>
                  <p:sp>
                    <p:nvSpPr>
                      <p:cNvPr id="105" name="Oval 104">
                        <a:extLst>
                          <a:ext uri="{FF2B5EF4-FFF2-40B4-BE49-F238E27FC236}">
                            <a16:creationId xmlns:a16="http://schemas.microsoft.com/office/drawing/2014/main" id="{55924BD2-6D92-6A9B-E8CA-0CD7C14D6F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6818" y="5160294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charge_id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06" name="Oval 105">
                        <a:extLst>
                          <a:ext uri="{FF2B5EF4-FFF2-40B4-BE49-F238E27FC236}">
                            <a16:creationId xmlns:a16="http://schemas.microsoft.com/office/drawing/2014/main" id="{E79DE158-3221-B96E-1701-E9EF44BD35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8465" y="5160294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success</a:t>
                        </a:r>
                      </a:p>
                    </p:txBody>
                  </p:sp>
                  <p:sp>
                    <p:nvSpPr>
                      <p:cNvPr id="107" name="Oval 106">
                        <a:extLst>
                          <a:ext uri="{FF2B5EF4-FFF2-40B4-BE49-F238E27FC236}">
                            <a16:creationId xmlns:a16="http://schemas.microsoft.com/office/drawing/2014/main" id="{AD40FD2B-9652-6E95-9261-460F34226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6818" y="5419807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reason</a:t>
                        </a:r>
                      </a:p>
                    </p:txBody>
                  </p:sp>
                  <p:sp>
                    <p:nvSpPr>
                      <p:cNvPr id="108" name="Oval 107">
                        <a:extLst>
                          <a:ext uri="{FF2B5EF4-FFF2-40B4-BE49-F238E27FC236}">
                            <a16:creationId xmlns:a16="http://schemas.microsoft.com/office/drawing/2014/main" id="{C6D32E65-F92A-7CD3-A9E7-5A75B8CF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8465" y="5421013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card_brand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id="{26A5B124-5374-53BF-AA2D-5ED288541D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8794" y="5678843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last4</a:t>
                        </a:r>
                      </a:p>
                    </p:txBody>
                  </p:sp>
                  <p:sp>
                    <p:nvSpPr>
                      <p:cNvPr id="110" name="Oval 109">
                        <a:extLst>
                          <a:ext uri="{FF2B5EF4-FFF2-40B4-BE49-F238E27FC236}">
                            <a16:creationId xmlns:a16="http://schemas.microsoft.com/office/drawing/2014/main" id="{D3176048-C21C-4BE3-F574-14722C85B0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8465" y="5676361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name</a:t>
                        </a:r>
                      </a:p>
                    </p:txBody>
                  </p:sp>
                  <p:sp>
                    <p:nvSpPr>
                      <p:cNvPr id="111" name="Oval 110">
                        <a:extLst>
                          <a:ext uri="{FF2B5EF4-FFF2-40B4-BE49-F238E27FC236}">
                            <a16:creationId xmlns:a16="http://schemas.microsoft.com/office/drawing/2014/main" id="{226D04CC-2DC3-BA00-FADC-830D9532B6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38465" y="5925783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shipping_address_2</a:t>
                        </a:r>
                      </a:p>
                    </p:txBody>
                  </p:sp>
                  <p:sp>
                    <p:nvSpPr>
                      <p:cNvPr id="112" name="Oval 111">
                        <a:extLst>
                          <a:ext uri="{FF2B5EF4-FFF2-40B4-BE49-F238E27FC236}">
                            <a16:creationId xmlns:a16="http://schemas.microsoft.com/office/drawing/2014/main" id="{A4D41C16-03F3-868A-1B7B-2F654A051D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6818" y="6177122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shipping_city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13" name="Oval 112">
                        <a:extLst>
                          <a:ext uri="{FF2B5EF4-FFF2-40B4-BE49-F238E27FC236}">
                            <a16:creationId xmlns:a16="http://schemas.microsoft.com/office/drawing/2014/main" id="{6FD5FDE8-1FCA-A460-436C-8D344E9385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56465" y="6177122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shipping_state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14" name="Oval 113">
                        <a:extLst>
                          <a:ext uri="{FF2B5EF4-FFF2-40B4-BE49-F238E27FC236}">
                            <a16:creationId xmlns:a16="http://schemas.microsoft.com/office/drawing/2014/main" id="{D489E948-1ECC-7884-E09A-6534BC6A60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6818" y="6435949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shipping_zip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15" name="Oval 114">
                        <a:extLst>
                          <a:ext uri="{FF2B5EF4-FFF2-40B4-BE49-F238E27FC236}">
                            <a16:creationId xmlns:a16="http://schemas.microsoft.com/office/drawing/2014/main" id="{E1758BA0-A50F-FFBC-7636-C779BE91B9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40912" y="6435949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 err="1"/>
                          <a:t>shipping_country</a:t>
                        </a:r>
                        <a:endParaRPr lang="en-US" sz="800" dirty="0"/>
                      </a:p>
                    </p:txBody>
                  </p:sp>
                  <p:sp>
                    <p:nvSpPr>
                      <p:cNvPr id="116" name="Oval 115">
                        <a:extLst>
                          <a:ext uri="{FF2B5EF4-FFF2-40B4-BE49-F238E27FC236}">
                            <a16:creationId xmlns:a16="http://schemas.microsoft.com/office/drawing/2014/main" id="{F3E83F49-F378-2AC4-7D07-7491E916D4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48442" y="3881257"/>
                        <a:ext cx="1523180" cy="214322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deleted</a:t>
                        </a:r>
                      </a:p>
                    </p:txBody>
                  </p:sp>
                  <p:cxnSp>
                    <p:nvCxnSpPr>
                      <p:cNvPr id="123" name="Straight Connector 122">
                        <a:extLst>
                          <a:ext uri="{FF2B5EF4-FFF2-40B4-BE49-F238E27FC236}">
                            <a16:creationId xmlns:a16="http://schemas.microsoft.com/office/drawing/2014/main" id="{F1A4321D-1EEA-63A7-583D-FA588842F3C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68575" y="3996149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Straight Connector 123">
                        <a:extLst>
                          <a:ext uri="{FF2B5EF4-FFF2-40B4-BE49-F238E27FC236}">
                            <a16:creationId xmlns:a16="http://schemas.microsoft.com/office/drawing/2014/main" id="{ADD908DF-4595-2F48-DE02-517635E70688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67798" y="4516995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Straight Connector 124">
                        <a:extLst>
                          <a:ext uri="{FF2B5EF4-FFF2-40B4-BE49-F238E27FC236}">
                            <a16:creationId xmlns:a16="http://schemas.microsoft.com/office/drawing/2014/main" id="{ECBA55AD-308C-BD6E-20EC-D683C6AFFC2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68575" y="4768100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6" name="Straight Connector 125">
                        <a:extLst>
                          <a:ext uri="{FF2B5EF4-FFF2-40B4-BE49-F238E27FC236}">
                            <a16:creationId xmlns:a16="http://schemas.microsoft.com/office/drawing/2014/main" id="{85ADADAB-44B8-8375-04E3-88F275A962D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75822" y="5015375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7" name="Straight Connector 126">
                        <a:extLst>
                          <a:ext uri="{FF2B5EF4-FFF2-40B4-BE49-F238E27FC236}">
                            <a16:creationId xmlns:a16="http://schemas.microsoft.com/office/drawing/2014/main" id="{563EF93E-8566-15C6-F9D4-E7C82890F49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74886" y="5268098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" name="Straight Connector 127">
                        <a:extLst>
                          <a:ext uri="{FF2B5EF4-FFF2-40B4-BE49-F238E27FC236}">
                            <a16:creationId xmlns:a16="http://schemas.microsoft.com/office/drawing/2014/main" id="{7A71EC10-0D68-895F-6ED1-B356AC64C2E8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63874" y="5526968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3071B04F-045D-E07A-5579-9DCD8120C81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67418" y="5783522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Straight Connector 132">
                        <a:extLst>
                          <a:ext uri="{FF2B5EF4-FFF2-40B4-BE49-F238E27FC236}">
                            <a16:creationId xmlns:a16="http://schemas.microsoft.com/office/drawing/2014/main" id="{4C4E1650-72ED-B0C8-FE8F-4C8386524A6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89998" y="6025856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Straight Connector 133">
                        <a:extLst>
                          <a:ext uri="{FF2B5EF4-FFF2-40B4-BE49-F238E27FC236}">
                            <a16:creationId xmlns:a16="http://schemas.microsoft.com/office/drawing/2014/main" id="{6FD31161-913C-F19E-3959-AF75BC2D2A49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81974" y="6281381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5" name="Straight Connector 134">
                        <a:extLst>
                          <a:ext uri="{FF2B5EF4-FFF2-40B4-BE49-F238E27FC236}">
                            <a16:creationId xmlns:a16="http://schemas.microsoft.com/office/drawing/2014/main" id="{2FB29C68-B8BA-7051-9435-EC52AF350D4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389998" y="6533120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7" name="Straight Connector 136">
                        <a:extLst>
                          <a:ext uri="{FF2B5EF4-FFF2-40B4-BE49-F238E27FC236}">
                            <a16:creationId xmlns:a16="http://schemas.microsoft.com/office/drawing/2014/main" id="{E5C3D7A2-7599-D627-1556-8A07E338971F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1116" y="4502176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Straight Connector 137">
                        <a:extLst>
                          <a:ext uri="{FF2B5EF4-FFF2-40B4-BE49-F238E27FC236}">
                            <a16:creationId xmlns:a16="http://schemas.microsoft.com/office/drawing/2014/main" id="{FED77E3B-66FD-D67E-A0BE-6618F9264938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8204" y="4757467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9" name="Straight Connector 138">
                        <a:extLst>
                          <a:ext uri="{FF2B5EF4-FFF2-40B4-BE49-F238E27FC236}">
                            <a16:creationId xmlns:a16="http://schemas.microsoft.com/office/drawing/2014/main" id="{2DA896F7-5485-CCD0-2B1A-3C94E7B5114F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1116" y="5014732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Straight Connector 139">
                        <a:extLst>
                          <a:ext uri="{FF2B5EF4-FFF2-40B4-BE49-F238E27FC236}">
                            <a16:creationId xmlns:a16="http://schemas.microsoft.com/office/drawing/2014/main" id="{305D23D0-F901-685D-86E3-D1F047BAB08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1116" y="5261556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1" name="Straight Connector 140">
                        <a:extLst>
                          <a:ext uri="{FF2B5EF4-FFF2-40B4-BE49-F238E27FC236}">
                            <a16:creationId xmlns:a16="http://schemas.microsoft.com/office/drawing/2014/main" id="{53311E9E-F8AF-E607-2E94-9396913E5A44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1116" y="5524066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2" name="Straight Connector 141">
                        <a:extLst>
                          <a:ext uri="{FF2B5EF4-FFF2-40B4-BE49-F238E27FC236}">
                            <a16:creationId xmlns:a16="http://schemas.microsoft.com/office/drawing/2014/main" id="{A8C74162-8B1A-2B6A-052B-7860B4B3CD84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83648" y="5783522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3" name="Straight Connector 142">
                        <a:extLst>
                          <a:ext uri="{FF2B5EF4-FFF2-40B4-BE49-F238E27FC236}">
                            <a16:creationId xmlns:a16="http://schemas.microsoft.com/office/drawing/2014/main" id="{98924D3C-11ED-B84D-18C3-B9A96FE8D8B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83648" y="6032944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4" name="Straight Connector 143">
                        <a:extLst>
                          <a:ext uri="{FF2B5EF4-FFF2-40B4-BE49-F238E27FC236}">
                            <a16:creationId xmlns:a16="http://schemas.microsoft.com/office/drawing/2014/main" id="{752451CD-FF6F-1496-9986-22DF9AD5C19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98204" y="6281381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5" name="Straight Connector 144">
                        <a:extLst>
                          <a:ext uri="{FF2B5EF4-FFF2-40B4-BE49-F238E27FC236}">
                            <a16:creationId xmlns:a16="http://schemas.microsoft.com/office/drawing/2014/main" id="{8B6012CF-5A35-F4F7-3153-877DB7837BA1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976560" y="6543110"/>
                        <a:ext cx="168638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0ACB9A10-4F7D-B5DB-9361-8F73F12261BA}"/>
                      </a:ext>
                    </a:extLst>
                  </p:cNvPr>
                  <p:cNvCxnSpPr>
                    <a:stCxn id="57" idx="3"/>
                  </p:cNvCxnSpPr>
                  <p:nvPr/>
                </p:nvCxnSpPr>
                <p:spPr>
                  <a:xfrm>
                    <a:off x="4367634" y="3722548"/>
                    <a:ext cx="318666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" name="Diamond 150">
                    <a:extLst>
                      <a:ext uri="{FF2B5EF4-FFF2-40B4-BE49-F238E27FC236}">
                        <a16:creationId xmlns:a16="http://schemas.microsoft.com/office/drawing/2014/main" id="{3EEC38FF-1591-9468-2E5F-D5B5CCB6B758}"/>
                      </a:ext>
                    </a:extLst>
                  </p:cNvPr>
                  <p:cNvSpPr/>
                  <p:nvPr/>
                </p:nvSpPr>
                <p:spPr>
                  <a:xfrm>
                    <a:off x="4686300" y="3429000"/>
                    <a:ext cx="689237" cy="595856"/>
                  </a:xfrm>
                  <a:prstGeom prst="diamond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800" dirty="0"/>
                  </a:p>
                </p:txBody>
              </p: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E3A38676-970B-4C48-9594-D248870DCC5D}"/>
                      </a:ext>
                    </a:extLst>
                  </p:cNvPr>
                  <p:cNvCxnSpPr/>
                  <p:nvPr/>
                </p:nvCxnSpPr>
                <p:spPr>
                  <a:xfrm>
                    <a:off x="5375537" y="3731467"/>
                    <a:ext cx="318666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153">
                    <a:extLst>
                      <a:ext uri="{FF2B5EF4-FFF2-40B4-BE49-F238E27FC236}">
                        <a16:creationId xmlns:a16="http://schemas.microsoft.com/office/drawing/2014/main" id="{EDE63ADA-00A0-3A37-80CA-465780ABA0F6}"/>
                      </a:ext>
                    </a:extLst>
                  </p:cNvPr>
                  <p:cNvSpPr/>
                  <p:nvPr/>
                </p:nvSpPr>
                <p:spPr>
                  <a:xfrm>
                    <a:off x="5694203" y="3563060"/>
                    <a:ext cx="753662" cy="31819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dirty="0"/>
                      <a:t>cart</a:t>
                    </a:r>
                  </a:p>
                </p:txBody>
              </p:sp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5A22A140-1719-D5D5-700B-8924DB82C6C5}"/>
                      </a:ext>
                    </a:extLst>
                  </p:cNvPr>
                  <p:cNvSpPr/>
                  <p:nvPr/>
                </p:nvSpPr>
                <p:spPr>
                  <a:xfrm>
                    <a:off x="5973608" y="3242426"/>
                    <a:ext cx="1305367" cy="212379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dirty="0"/>
                      <a:t>id</a:t>
                    </a:r>
                  </a:p>
                </p:txBody>
              </p:sp>
              <p:sp>
                <p:nvSpPr>
                  <p:cNvPr id="156" name="Oval 155">
                    <a:extLst>
                      <a:ext uri="{FF2B5EF4-FFF2-40B4-BE49-F238E27FC236}">
                        <a16:creationId xmlns:a16="http://schemas.microsoft.com/office/drawing/2014/main" id="{8385A027-3434-25F2-19D9-5EDCFA60CF40}"/>
                      </a:ext>
                    </a:extLst>
                  </p:cNvPr>
                  <p:cNvSpPr/>
                  <p:nvPr/>
                </p:nvSpPr>
                <p:spPr>
                  <a:xfrm>
                    <a:off x="5973607" y="2975919"/>
                    <a:ext cx="1305367" cy="212379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dirty="0" err="1"/>
                      <a:t>created_at</a:t>
                    </a:r>
                    <a:endParaRPr lang="en-US" sz="800" dirty="0"/>
                  </a:p>
                </p:txBody>
              </p:sp>
              <p:sp>
                <p:nvSpPr>
                  <p:cNvPr id="157" name="Oval 156">
                    <a:extLst>
                      <a:ext uri="{FF2B5EF4-FFF2-40B4-BE49-F238E27FC236}">
                        <a16:creationId xmlns:a16="http://schemas.microsoft.com/office/drawing/2014/main" id="{8F3A6CC3-C24F-D693-B485-73F9EBF40DD8}"/>
                      </a:ext>
                    </a:extLst>
                  </p:cNvPr>
                  <p:cNvSpPr/>
                  <p:nvPr/>
                </p:nvSpPr>
                <p:spPr>
                  <a:xfrm>
                    <a:off x="5973607" y="2727570"/>
                    <a:ext cx="1305367" cy="212379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dirty="0" err="1"/>
                      <a:t>updated_at</a:t>
                    </a:r>
                    <a:endParaRPr lang="en-US" sz="800" dirty="0"/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EF7DEA18-1388-2337-51AC-7E36971B3761}"/>
                      </a:ext>
                    </a:extLst>
                  </p:cNvPr>
                  <p:cNvSpPr/>
                  <p:nvPr/>
                </p:nvSpPr>
                <p:spPr>
                  <a:xfrm>
                    <a:off x="5973607" y="2481403"/>
                    <a:ext cx="1305367" cy="212379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dirty="0"/>
                      <a:t>deleted</a:t>
                    </a:r>
                  </a:p>
                </p:txBody>
              </p:sp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4BBADA08-3A0A-47F1-E487-AC6A4B1DED47}"/>
                      </a:ext>
                    </a:extLst>
                  </p:cNvPr>
                  <p:cNvSpPr/>
                  <p:nvPr/>
                </p:nvSpPr>
                <p:spPr>
                  <a:xfrm>
                    <a:off x="5973606" y="2243729"/>
                    <a:ext cx="1305367" cy="212379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800" dirty="0"/>
                      <a:t>purchased</a:t>
                    </a:r>
                  </a:p>
                </p:txBody>
              </p: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4CF2854F-92EF-F938-6F2E-0084115017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795146" y="2349918"/>
                    <a:ext cx="536" cy="120135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A558EA5F-EA4D-6B0F-144D-61B243ED1454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795682" y="3348615"/>
                    <a:ext cx="1686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1A9D99DC-201F-463F-1A50-9471364C420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795146" y="3082108"/>
                    <a:ext cx="1686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A3943889-A11D-90E9-7BA3-D5D5DA474BD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795146" y="2833759"/>
                    <a:ext cx="1686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A9A709EB-690E-A10F-0910-AA2430456268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795146" y="2587592"/>
                    <a:ext cx="1686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011290B7-7F6A-F8FC-1365-36F996659A26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795146" y="2349918"/>
                    <a:ext cx="168638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BA63D98-8296-1CD4-ECBE-719FFB00590B}"/>
                      </a:ext>
                    </a:extLst>
                  </p:cNvPr>
                  <p:cNvSpPr txBox="1"/>
                  <p:nvPr/>
                </p:nvSpPr>
                <p:spPr>
                  <a:xfrm>
                    <a:off x="4332167" y="3552353"/>
                    <a:ext cx="226828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/>
                      <a:t>1</a:t>
                    </a:r>
                  </a:p>
                </p:txBody>
              </p:sp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042C1996-D1D9-D276-7800-26B9AB44871F}"/>
                      </a:ext>
                    </a:extLst>
                  </p:cNvPr>
                  <p:cNvSpPr txBox="1"/>
                  <p:nvPr/>
                </p:nvSpPr>
                <p:spPr>
                  <a:xfrm>
                    <a:off x="5515900" y="3569200"/>
                    <a:ext cx="226828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800" dirty="0"/>
                      <a:t>1</a:t>
                    </a:r>
                  </a:p>
                </p:txBody>
              </p:sp>
            </p:grpSp>
            <p:sp>
              <p:nvSpPr>
                <p:cNvPr id="172" name="Diamond 171">
                  <a:extLst>
                    <a:ext uri="{FF2B5EF4-FFF2-40B4-BE49-F238E27FC236}">
                      <a16:creationId xmlns:a16="http://schemas.microsoft.com/office/drawing/2014/main" id="{8EABC9DB-3CFD-B227-0C88-A61216C20D4B}"/>
                    </a:ext>
                  </a:extLst>
                </p:cNvPr>
                <p:cNvSpPr/>
                <p:nvPr/>
              </p:nvSpPr>
              <p:spPr>
                <a:xfrm>
                  <a:off x="7112282" y="3415916"/>
                  <a:ext cx="689237" cy="595856"/>
                </a:xfrm>
                <a:prstGeom prst="diamond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00" dirty="0"/>
                </a:p>
              </p:txBody>
            </p: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814A23D0-F487-6812-3A3E-0F58267BC20A}"/>
                    </a:ext>
                  </a:extLst>
                </p:cNvPr>
                <p:cNvCxnSpPr>
                  <a:cxnSpLocks/>
                  <a:stCxn id="172" idx="1"/>
                </p:cNvCxnSpPr>
                <p:nvPr/>
              </p:nvCxnSpPr>
              <p:spPr>
                <a:xfrm flipH="1">
                  <a:off x="6447865" y="3713844"/>
                  <a:ext cx="66441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79DDD563-AC2B-C209-0FD1-B094BC227E96}"/>
                  </a:ext>
                </a:extLst>
              </p:cNvPr>
              <p:cNvSpPr txBox="1"/>
              <p:nvPr/>
            </p:nvSpPr>
            <p:spPr>
              <a:xfrm>
                <a:off x="6413621" y="3541838"/>
                <a:ext cx="22682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1</a:t>
                </a: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10CF0CA2-AFD5-B7DE-527E-46B4762B2D60}"/>
                  </a:ext>
                </a:extLst>
              </p:cNvPr>
              <p:cNvGrpSpPr/>
              <p:nvPr/>
            </p:nvGrpSpPr>
            <p:grpSpPr>
              <a:xfrm>
                <a:off x="7801519" y="1739132"/>
                <a:ext cx="1750306" cy="2135400"/>
                <a:chOff x="7801519" y="1739132"/>
                <a:chExt cx="1750306" cy="2135400"/>
              </a:xfrm>
            </p:grpSpPr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35C5C052-F2F7-A9BA-F172-48F755F9EC82}"/>
                    </a:ext>
                  </a:extLst>
                </p:cNvPr>
                <p:cNvSpPr/>
                <p:nvPr/>
              </p:nvSpPr>
              <p:spPr>
                <a:xfrm>
                  <a:off x="7998259" y="3556335"/>
                  <a:ext cx="753662" cy="31819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err="1"/>
                    <a:t>cart_items</a:t>
                  </a:r>
                  <a:endParaRPr lang="en-US" sz="800" dirty="0"/>
                </a:p>
              </p:txBody>
            </p: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39500FE1-CD75-BA9B-2CF9-FF94B634377E}"/>
                    </a:ext>
                  </a:extLst>
                </p:cNvPr>
                <p:cNvCxnSpPr>
                  <a:cxnSpLocks/>
                  <a:stCxn id="172" idx="3"/>
                </p:cNvCxnSpPr>
                <p:nvPr/>
              </p:nvCxnSpPr>
              <p:spPr>
                <a:xfrm>
                  <a:off x="7801519" y="3713844"/>
                  <a:ext cx="19275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70765F51-8EBB-B6E9-47FA-9476CBA89F14}"/>
                    </a:ext>
                  </a:extLst>
                </p:cNvPr>
                <p:cNvSpPr txBox="1"/>
                <p:nvPr/>
              </p:nvSpPr>
              <p:spPr>
                <a:xfrm>
                  <a:off x="7819880" y="3550958"/>
                  <a:ext cx="226828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M</a:t>
                  </a:r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E580F594-5C04-1051-8532-591525903A00}"/>
                    </a:ext>
                  </a:extLst>
                </p:cNvPr>
                <p:cNvSpPr/>
                <p:nvPr/>
              </p:nvSpPr>
              <p:spPr>
                <a:xfrm>
                  <a:off x="8246458" y="3245880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/>
                    <a:t>id</a:t>
                  </a:r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08C8DE52-030B-B6F8-EAB8-403C983CF49C}"/>
                    </a:ext>
                  </a:extLst>
                </p:cNvPr>
                <p:cNvSpPr/>
                <p:nvPr/>
              </p:nvSpPr>
              <p:spPr>
                <a:xfrm>
                  <a:off x="8246458" y="2975918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err="1"/>
                    <a:t>created_at</a:t>
                  </a:r>
                  <a:endParaRPr lang="en-US" sz="800" dirty="0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B236615D-C463-BA12-6E9B-30CBF89AEDA0}"/>
                    </a:ext>
                  </a:extLst>
                </p:cNvPr>
                <p:cNvSpPr/>
                <p:nvPr/>
              </p:nvSpPr>
              <p:spPr>
                <a:xfrm>
                  <a:off x="8246457" y="2727569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err="1"/>
                    <a:t>updated_at</a:t>
                  </a:r>
                  <a:endParaRPr lang="en-US" sz="800" dirty="0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FA217C1F-E92A-4CDE-59FB-BAD13BC99F66}"/>
                    </a:ext>
                  </a:extLst>
                </p:cNvPr>
                <p:cNvSpPr/>
                <p:nvPr/>
              </p:nvSpPr>
              <p:spPr>
                <a:xfrm>
                  <a:off x="8246456" y="2479468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err="1"/>
                    <a:t>cart_id</a:t>
                  </a:r>
                  <a:endParaRPr lang="en-US" sz="800" dirty="0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26405444-4659-6F29-ACAA-D55E46F7D298}"/>
                    </a:ext>
                  </a:extLst>
                </p:cNvPr>
                <p:cNvSpPr/>
                <p:nvPr/>
              </p:nvSpPr>
              <p:spPr>
                <a:xfrm>
                  <a:off x="8246455" y="2243729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 err="1"/>
                    <a:t>product_id</a:t>
                  </a:r>
                  <a:endParaRPr lang="en-US" sz="800" dirty="0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F04EA650-13D9-F5BD-5C66-1458F63CE0A1}"/>
                    </a:ext>
                  </a:extLst>
                </p:cNvPr>
                <p:cNvSpPr/>
                <p:nvPr/>
              </p:nvSpPr>
              <p:spPr>
                <a:xfrm>
                  <a:off x="8246454" y="1987481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/>
                    <a:t>quantity</a:t>
                  </a:r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79ABE0DE-021C-0D8E-44AE-F685357AA8B4}"/>
                    </a:ext>
                  </a:extLst>
                </p:cNvPr>
                <p:cNvSpPr/>
                <p:nvPr/>
              </p:nvSpPr>
              <p:spPr>
                <a:xfrm>
                  <a:off x="8246453" y="1739132"/>
                  <a:ext cx="1305367" cy="212379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/>
                    <a:t>deleted</a:t>
                  </a:r>
                </a:p>
              </p:txBody>
            </p:sp>
            <p:cxnSp>
              <p:nvCxnSpPr>
                <p:cNvPr id="322" name="Straight Connector 321">
                  <a:extLst>
                    <a:ext uri="{FF2B5EF4-FFF2-40B4-BE49-F238E27FC236}">
                      <a16:creationId xmlns:a16="http://schemas.microsoft.com/office/drawing/2014/main" id="{8E796673-A2A5-DCC3-AB43-CCF7015B9CCC}"/>
                    </a:ext>
                  </a:extLst>
                </p:cNvPr>
                <p:cNvCxnSpPr/>
                <p:nvPr/>
              </p:nvCxnSpPr>
              <p:spPr>
                <a:xfrm flipH="1">
                  <a:off x="8077815" y="3353395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E6030CFF-B3D9-D498-FD30-DF70781900DB}"/>
                    </a:ext>
                  </a:extLst>
                </p:cNvPr>
                <p:cNvCxnSpPr/>
                <p:nvPr/>
              </p:nvCxnSpPr>
              <p:spPr>
                <a:xfrm flipV="1">
                  <a:off x="8066880" y="1845321"/>
                  <a:ext cx="0" cy="170563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A0051206-146A-D334-3DE5-3D76D4ADFC55}"/>
                    </a:ext>
                  </a:extLst>
                </p:cNvPr>
                <p:cNvCxnSpPr/>
                <p:nvPr/>
              </p:nvCxnSpPr>
              <p:spPr>
                <a:xfrm flipH="1">
                  <a:off x="8073604" y="3082107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80AE3A9E-9A78-70CE-7914-66B0D50B7C97}"/>
                    </a:ext>
                  </a:extLst>
                </p:cNvPr>
                <p:cNvCxnSpPr/>
                <p:nvPr/>
              </p:nvCxnSpPr>
              <p:spPr>
                <a:xfrm flipH="1">
                  <a:off x="8073604" y="2833758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749290C2-90E1-249C-79A4-E7CCFD9198B6}"/>
                    </a:ext>
                  </a:extLst>
                </p:cNvPr>
                <p:cNvCxnSpPr/>
                <p:nvPr/>
              </p:nvCxnSpPr>
              <p:spPr>
                <a:xfrm flipH="1">
                  <a:off x="8066880" y="2585657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3C424BFD-9E39-4A59-DE83-5A7E75A3CB3A}"/>
                    </a:ext>
                  </a:extLst>
                </p:cNvPr>
                <p:cNvCxnSpPr/>
                <p:nvPr/>
              </p:nvCxnSpPr>
              <p:spPr>
                <a:xfrm flipH="1">
                  <a:off x="8066880" y="2349918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3727BEFB-5A47-E010-715E-9BC7D42BCDC4}"/>
                    </a:ext>
                  </a:extLst>
                </p:cNvPr>
                <p:cNvCxnSpPr/>
                <p:nvPr/>
              </p:nvCxnSpPr>
              <p:spPr>
                <a:xfrm flipH="1">
                  <a:off x="8074999" y="2105173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330BB3B3-6E9C-8212-DBFE-11033D397C0A}"/>
                    </a:ext>
                  </a:extLst>
                </p:cNvPr>
                <p:cNvCxnSpPr/>
                <p:nvPr/>
              </p:nvCxnSpPr>
              <p:spPr>
                <a:xfrm flipH="1">
                  <a:off x="8074998" y="1845321"/>
                  <a:ext cx="1686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35704C89-8D11-0F63-C595-93E9E815C20F}"/>
                </a:ext>
              </a:extLst>
            </p:cNvPr>
            <p:cNvSpPr txBox="1"/>
            <p:nvPr/>
          </p:nvSpPr>
          <p:spPr>
            <a:xfrm>
              <a:off x="7206255" y="3542703"/>
              <a:ext cx="5244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Added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to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DB166B00-DCA7-2C48-2A7E-27D03CC7BF29}"/>
                </a:ext>
              </a:extLst>
            </p:cNvPr>
            <p:cNvSpPr txBox="1"/>
            <p:nvPr/>
          </p:nvSpPr>
          <p:spPr>
            <a:xfrm>
              <a:off x="4700074" y="3608225"/>
              <a:ext cx="6875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contains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10C0B168-6FA1-6402-28CD-FC3AD1482B6B}"/>
                </a:ext>
              </a:extLst>
            </p:cNvPr>
            <p:cNvSpPr txBox="1"/>
            <p:nvPr/>
          </p:nvSpPr>
          <p:spPr>
            <a:xfrm>
              <a:off x="1243854" y="2460982"/>
              <a:ext cx="6858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belongs</a:t>
              </a:r>
            </a:p>
            <a:p>
              <a:pPr algn="ctr"/>
              <a:r>
                <a:rPr lang="en-US" sz="800" dirty="0">
                  <a:solidFill>
                    <a:schemeClr val="bg1"/>
                  </a:solidFill>
                </a:rPr>
                <a:t>to</a:t>
              </a:r>
            </a:p>
          </p:txBody>
        </p: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0009B9C1-038A-D28A-AF9B-56BD23112498}"/>
                </a:ext>
              </a:extLst>
            </p:cNvPr>
            <p:cNvGrpSpPr/>
            <p:nvPr/>
          </p:nvGrpSpPr>
          <p:grpSpPr>
            <a:xfrm>
              <a:off x="9295872" y="3413367"/>
              <a:ext cx="694240" cy="595856"/>
              <a:chOff x="10393713" y="4016736"/>
              <a:chExt cx="694240" cy="595856"/>
            </a:xfrm>
          </p:grpSpPr>
          <p:sp>
            <p:nvSpPr>
              <p:cNvPr id="337" name="Diamond 336">
                <a:extLst>
                  <a:ext uri="{FF2B5EF4-FFF2-40B4-BE49-F238E27FC236}">
                    <a16:creationId xmlns:a16="http://schemas.microsoft.com/office/drawing/2014/main" id="{0E782C26-A348-960A-0AA5-B7E2F87B2687}"/>
                  </a:ext>
                </a:extLst>
              </p:cNvPr>
              <p:cNvSpPr/>
              <p:nvPr/>
            </p:nvSpPr>
            <p:spPr>
              <a:xfrm>
                <a:off x="10398716" y="4016736"/>
                <a:ext cx="689237" cy="595856"/>
              </a:xfrm>
              <a:prstGeom prst="diamond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dirty="0"/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6FA68361-ACBB-928A-C8A9-06FA906D7984}"/>
                  </a:ext>
                </a:extLst>
              </p:cNvPr>
              <p:cNvSpPr txBox="1"/>
              <p:nvPr/>
            </p:nvSpPr>
            <p:spPr>
              <a:xfrm>
                <a:off x="10393713" y="4209731"/>
                <a:ext cx="68752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</a:rPr>
                  <a:t>is</a:t>
                </a:r>
              </a:p>
            </p:txBody>
          </p:sp>
        </p:grp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90D747D8-01EF-FC31-EBA1-1DDF4B4FC748}"/>
                </a:ext>
              </a:extLst>
            </p:cNvPr>
            <p:cNvCxnSpPr>
              <a:cxnSpLocks/>
            </p:cNvCxnSpPr>
            <p:nvPr/>
          </p:nvCxnSpPr>
          <p:spPr>
            <a:xfrm>
              <a:off x="8751921" y="3713844"/>
              <a:ext cx="543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9EB539C6-E304-4C50-72C6-6C66AF66156D}"/>
                </a:ext>
              </a:extLst>
            </p:cNvPr>
            <p:cNvCxnSpPr>
              <a:cxnSpLocks/>
            </p:cNvCxnSpPr>
            <p:nvPr/>
          </p:nvCxnSpPr>
          <p:spPr>
            <a:xfrm>
              <a:off x="9990112" y="3709716"/>
              <a:ext cx="2430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B78F380-E8E0-7C9B-A4E6-A9929941B9FD}"/>
              </a:ext>
            </a:extLst>
          </p:cNvPr>
          <p:cNvSpPr/>
          <p:nvPr/>
        </p:nvSpPr>
        <p:spPr>
          <a:xfrm>
            <a:off x="10245828" y="3564547"/>
            <a:ext cx="753662" cy="318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product</a:t>
            </a: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0871C2EA-084E-C491-EA40-4152601E5EE2}"/>
              </a:ext>
            </a:extLst>
          </p:cNvPr>
          <p:cNvSpPr/>
          <p:nvPr/>
        </p:nvSpPr>
        <p:spPr>
          <a:xfrm>
            <a:off x="8990095" y="5709504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id</a:t>
            </a:r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6DC885C2-1CC2-7A71-2E27-B6EE4D1F366D}"/>
              </a:ext>
            </a:extLst>
          </p:cNvPr>
          <p:cNvSpPr/>
          <p:nvPr/>
        </p:nvSpPr>
        <p:spPr>
          <a:xfrm>
            <a:off x="10857625" y="4075738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created_at</a:t>
            </a:r>
            <a:endParaRPr lang="en-US" sz="800" dirty="0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8E3E8902-EDCD-A775-46D4-4A89E26A4A1A}"/>
              </a:ext>
            </a:extLst>
          </p:cNvPr>
          <p:cNvSpPr/>
          <p:nvPr/>
        </p:nvSpPr>
        <p:spPr>
          <a:xfrm>
            <a:off x="8983371" y="5989400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updated_at</a:t>
            </a:r>
            <a:endParaRPr lang="en-US" sz="800" dirty="0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C2CDADF0-D8C2-6773-FCF6-6D88C4D1E2E5}"/>
              </a:ext>
            </a:extLst>
          </p:cNvPr>
          <p:cNvSpPr/>
          <p:nvPr/>
        </p:nvSpPr>
        <p:spPr>
          <a:xfrm>
            <a:off x="10857624" y="4316777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name</a:t>
            </a:r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B0425022-4FB5-EF4F-532C-DB372D86DC81}"/>
              </a:ext>
            </a:extLst>
          </p:cNvPr>
          <p:cNvSpPr/>
          <p:nvPr/>
        </p:nvSpPr>
        <p:spPr>
          <a:xfrm>
            <a:off x="8983371" y="6257072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price</a:t>
            </a:r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11897A73-45BF-71F3-7F7E-1BB913EF89BB}"/>
              </a:ext>
            </a:extLst>
          </p:cNvPr>
          <p:cNvSpPr/>
          <p:nvPr/>
        </p:nvSpPr>
        <p:spPr>
          <a:xfrm>
            <a:off x="10857621" y="4585138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list</a:t>
            </a: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627CA6B0-BFD0-C4AF-54B4-F84349430E5D}"/>
              </a:ext>
            </a:extLst>
          </p:cNvPr>
          <p:cNvSpPr/>
          <p:nvPr/>
        </p:nvSpPr>
        <p:spPr>
          <a:xfrm>
            <a:off x="10857621" y="6257073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shipping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9717A7F2-7FD7-B9A2-E471-EAAC96859837}"/>
              </a:ext>
            </a:extLst>
          </p:cNvPr>
          <p:cNvSpPr/>
          <p:nvPr/>
        </p:nvSpPr>
        <p:spPr>
          <a:xfrm>
            <a:off x="10857621" y="4856999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featured</a:t>
            </a: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76DC551B-B72C-C34C-7235-9AE006ADA173}"/>
              </a:ext>
            </a:extLst>
          </p:cNvPr>
          <p:cNvSpPr/>
          <p:nvPr/>
        </p:nvSpPr>
        <p:spPr>
          <a:xfrm>
            <a:off x="10857621" y="5989400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description</a:t>
            </a: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9523C5B1-900F-4883-9E88-1B374EE5E53B}"/>
              </a:ext>
            </a:extLst>
          </p:cNvPr>
          <p:cNvSpPr/>
          <p:nvPr/>
        </p:nvSpPr>
        <p:spPr>
          <a:xfrm>
            <a:off x="10857621" y="5138759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deleted</a:t>
            </a: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914FD07-322D-3576-F1B0-428A5BCF5AFA}"/>
              </a:ext>
            </a:extLst>
          </p:cNvPr>
          <p:cNvSpPr/>
          <p:nvPr/>
        </p:nvSpPr>
        <p:spPr>
          <a:xfrm>
            <a:off x="10857621" y="5702780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user_id</a:t>
            </a:r>
            <a:endParaRPr lang="en-US" sz="800" dirty="0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437ACCF6-9193-4BEF-6805-9C47D0E24B8D}"/>
              </a:ext>
            </a:extLst>
          </p:cNvPr>
          <p:cNvSpPr/>
          <p:nvPr/>
        </p:nvSpPr>
        <p:spPr>
          <a:xfrm>
            <a:off x="10857621" y="5416160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brand_id</a:t>
            </a:r>
            <a:endParaRPr lang="en-US" sz="800" dirty="0"/>
          </a:p>
        </p:txBody>
      </p: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AAE460D0-C2DF-F2E5-BD64-84314C5C2A13}"/>
              </a:ext>
            </a:extLst>
          </p:cNvPr>
          <p:cNvCxnSpPr>
            <a:cxnSpLocks/>
          </p:cNvCxnSpPr>
          <p:nvPr/>
        </p:nvCxnSpPr>
        <p:spPr>
          <a:xfrm flipV="1">
            <a:off x="10686511" y="3881257"/>
            <a:ext cx="310" cy="24915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FB01EE0A-8B5E-E90E-A7E0-E8A5436C4902}"/>
              </a:ext>
            </a:extLst>
          </p:cNvPr>
          <p:cNvCxnSpPr>
            <a:cxnSpLocks/>
          </p:cNvCxnSpPr>
          <p:nvPr/>
        </p:nvCxnSpPr>
        <p:spPr>
          <a:xfrm flipV="1">
            <a:off x="10451492" y="3881256"/>
            <a:ext cx="0" cy="249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E5405DEB-1B4B-6D4E-BA2A-8F4CD107A149}"/>
              </a:ext>
            </a:extLst>
          </p:cNvPr>
          <p:cNvCxnSpPr/>
          <p:nvPr/>
        </p:nvCxnSpPr>
        <p:spPr>
          <a:xfrm flipH="1">
            <a:off x="10688983" y="4184763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5344AC1C-033E-B3F9-1762-CE4E94B7AC14}"/>
              </a:ext>
            </a:extLst>
          </p:cNvPr>
          <p:cNvCxnSpPr/>
          <p:nvPr/>
        </p:nvCxnSpPr>
        <p:spPr>
          <a:xfrm flipH="1">
            <a:off x="10688983" y="4425802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DF342B24-39E0-DA4B-4998-22F32B3D9F2A}"/>
              </a:ext>
            </a:extLst>
          </p:cNvPr>
          <p:cNvCxnSpPr/>
          <p:nvPr/>
        </p:nvCxnSpPr>
        <p:spPr>
          <a:xfrm flipH="1">
            <a:off x="10688983" y="4700887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078BFF83-C5B8-223B-D7BD-7BE9E91578BD}"/>
              </a:ext>
            </a:extLst>
          </p:cNvPr>
          <p:cNvCxnSpPr/>
          <p:nvPr/>
        </p:nvCxnSpPr>
        <p:spPr>
          <a:xfrm flipH="1">
            <a:off x="10699958" y="4972748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CD8F5AB7-0E40-72DB-3F69-BD50736A3867}"/>
              </a:ext>
            </a:extLst>
          </p:cNvPr>
          <p:cNvCxnSpPr/>
          <p:nvPr/>
        </p:nvCxnSpPr>
        <p:spPr>
          <a:xfrm flipH="1">
            <a:off x="10686511" y="5522349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9566E744-B7DA-B9AA-1328-A616912A3BE3}"/>
              </a:ext>
            </a:extLst>
          </p:cNvPr>
          <p:cNvCxnSpPr/>
          <p:nvPr/>
        </p:nvCxnSpPr>
        <p:spPr>
          <a:xfrm flipH="1">
            <a:off x="10686511" y="5808969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8862E5B7-7E6F-F3B1-CE3D-E08989B77EA5}"/>
              </a:ext>
            </a:extLst>
          </p:cNvPr>
          <p:cNvCxnSpPr/>
          <p:nvPr/>
        </p:nvCxnSpPr>
        <p:spPr>
          <a:xfrm flipH="1">
            <a:off x="10699958" y="6095589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CC0649E-4F33-C03C-0DDD-F5CD8496410E}"/>
              </a:ext>
            </a:extLst>
          </p:cNvPr>
          <p:cNvCxnSpPr/>
          <p:nvPr/>
        </p:nvCxnSpPr>
        <p:spPr>
          <a:xfrm flipH="1">
            <a:off x="10686511" y="6372821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83ECAF9B-80D5-619C-DD0B-0403211E09F1}"/>
              </a:ext>
            </a:extLst>
          </p:cNvPr>
          <p:cNvCxnSpPr/>
          <p:nvPr/>
        </p:nvCxnSpPr>
        <p:spPr>
          <a:xfrm flipH="1">
            <a:off x="10282854" y="5825252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49717389-F9FB-71AC-EC89-6CB564F35441}"/>
              </a:ext>
            </a:extLst>
          </p:cNvPr>
          <p:cNvCxnSpPr/>
          <p:nvPr/>
        </p:nvCxnSpPr>
        <p:spPr>
          <a:xfrm flipH="1">
            <a:off x="10273659" y="6105149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63E3850A-0A86-CC7E-2764-FE9E7C71145D}"/>
              </a:ext>
            </a:extLst>
          </p:cNvPr>
          <p:cNvCxnSpPr/>
          <p:nvPr/>
        </p:nvCxnSpPr>
        <p:spPr>
          <a:xfrm flipH="1">
            <a:off x="10273659" y="6372821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Oval 375">
            <a:extLst>
              <a:ext uri="{FF2B5EF4-FFF2-40B4-BE49-F238E27FC236}">
                <a16:creationId xmlns:a16="http://schemas.microsoft.com/office/drawing/2014/main" id="{14C667BC-C778-6AB7-5751-1636F1BA2A96}"/>
              </a:ext>
            </a:extLst>
          </p:cNvPr>
          <p:cNvSpPr/>
          <p:nvPr/>
        </p:nvSpPr>
        <p:spPr>
          <a:xfrm>
            <a:off x="8994506" y="5409998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type_id</a:t>
            </a:r>
            <a:endParaRPr lang="en-US" sz="800" dirty="0"/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D80D075-16FA-4B6E-4F13-5B7168DEFB23}"/>
              </a:ext>
            </a:extLst>
          </p:cNvPr>
          <p:cNvSpPr txBox="1"/>
          <p:nvPr/>
        </p:nvSpPr>
        <p:spPr>
          <a:xfrm>
            <a:off x="8713365" y="3544143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6DCBC89B-ED41-C023-745C-818A3ECE6BD3}"/>
              </a:ext>
            </a:extLst>
          </p:cNvPr>
          <p:cNvSpPr txBox="1"/>
          <p:nvPr/>
        </p:nvSpPr>
        <p:spPr>
          <a:xfrm>
            <a:off x="10068634" y="3541838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F22A0370-3C7A-321B-BCE4-15F2AD764363}"/>
              </a:ext>
            </a:extLst>
          </p:cNvPr>
          <p:cNvCxnSpPr/>
          <p:nvPr/>
        </p:nvCxnSpPr>
        <p:spPr>
          <a:xfrm flipH="1">
            <a:off x="10295462" y="5516187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Elbow Connector 383">
            <a:extLst>
              <a:ext uri="{FF2B5EF4-FFF2-40B4-BE49-F238E27FC236}">
                <a16:creationId xmlns:a16="http://schemas.microsoft.com/office/drawing/2014/main" id="{DC8BCBA4-D45A-F096-0E1F-351155CF16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13366" y="3810573"/>
            <a:ext cx="1532463" cy="506204"/>
          </a:xfrm>
          <a:prstGeom prst="bentConnector3">
            <a:avLst>
              <a:gd name="adj1" fmla="val 2016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Diamond 387">
            <a:extLst>
              <a:ext uri="{FF2B5EF4-FFF2-40B4-BE49-F238E27FC236}">
                <a16:creationId xmlns:a16="http://schemas.microsoft.com/office/drawing/2014/main" id="{F4833BE1-FE60-D9C1-8D75-25BA98E854D5}"/>
              </a:ext>
            </a:extLst>
          </p:cNvPr>
          <p:cNvSpPr/>
          <p:nvPr/>
        </p:nvSpPr>
        <p:spPr>
          <a:xfrm>
            <a:off x="8019531" y="4018849"/>
            <a:ext cx="689237" cy="59585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F864BF87-1CF0-B905-0D6A-98662C5EAA7D}"/>
              </a:ext>
            </a:extLst>
          </p:cNvPr>
          <p:cNvSpPr txBox="1"/>
          <p:nvPr/>
        </p:nvSpPr>
        <p:spPr>
          <a:xfrm>
            <a:off x="8110916" y="4152365"/>
            <a:ext cx="524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sold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by</a:t>
            </a: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F26FF53C-31BC-0C1C-958A-0D32A7A51AE6}"/>
              </a:ext>
            </a:extLst>
          </p:cNvPr>
          <p:cNvSpPr/>
          <p:nvPr/>
        </p:nvSpPr>
        <p:spPr>
          <a:xfrm>
            <a:off x="5840921" y="4157167"/>
            <a:ext cx="753662" cy="318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brand</a:t>
            </a:r>
          </a:p>
        </p:txBody>
      </p: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AF824D65-65F0-7111-FCB4-4423E443A6A0}"/>
              </a:ext>
            </a:extLst>
          </p:cNvPr>
          <p:cNvCxnSpPr>
            <a:cxnSpLocks/>
            <a:stCxn id="388" idx="1"/>
            <a:endCxn id="390" idx="3"/>
          </p:cNvCxnSpPr>
          <p:nvPr/>
        </p:nvCxnSpPr>
        <p:spPr>
          <a:xfrm flipH="1" flipV="1">
            <a:off x="6594583" y="4316266"/>
            <a:ext cx="1424948" cy="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393">
            <a:extLst>
              <a:ext uri="{FF2B5EF4-FFF2-40B4-BE49-F238E27FC236}">
                <a16:creationId xmlns:a16="http://schemas.microsoft.com/office/drawing/2014/main" id="{E96C5427-105A-4FB8-2355-25745D9EC6F6}"/>
              </a:ext>
            </a:extLst>
          </p:cNvPr>
          <p:cNvSpPr/>
          <p:nvPr/>
        </p:nvSpPr>
        <p:spPr>
          <a:xfrm>
            <a:off x="6019723" y="4652321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id</a:t>
            </a: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5D7CC218-F522-F836-E0F7-38688C4FD645}"/>
              </a:ext>
            </a:extLst>
          </p:cNvPr>
          <p:cNvSpPr/>
          <p:nvPr/>
        </p:nvSpPr>
        <p:spPr>
          <a:xfrm>
            <a:off x="6019722" y="4921669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created_at</a:t>
            </a:r>
            <a:endParaRPr lang="en-US" sz="800" dirty="0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846A4E99-59B7-E684-0CAF-310455C81E20}"/>
              </a:ext>
            </a:extLst>
          </p:cNvPr>
          <p:cNvSpPr/>
          <p:nvPr/>
        </p:nvSpPr>
        <p:spPr>
          <a:xfrm>
            <a:off x="6019722" y="5208654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updated_at</a:t>
            </a:r>
            <a:endParaRPr lang="en-US" sz="800" dirty="0"/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D6637473-ABC3-CB45-BBAA-251D9968D383}"/>
              </a:ext>
            </a:extLst>
          </p:cNvPr>
          <p:cNvSpPr/>
          <p:nvPr/>
        </p:nvSpPr>
        <p:spPr>
          <a:xfrm>
            <a:off x="6019721" y="5476953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name</a:t>
            </a:r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AF67645E-1D03-0EEE-36DF-64BD812D51CC}"/>
              </a:ext>
            </a:extLst>
          </p:cNvPr>
          <p:cNvSpPr/>
          <p:nvPr/>
        </p:nvSpPr>
        <p:spPr>
          <a:xfrm>
            <a:off x="6019721" y="5760099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deleted</a:t>
            </a:r>
          </a:p>
        </p:txBody>
      </p: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83432256-757A-DC78-95FD-45040269D75A}"/>
              </a:ext>
            </a:extLst>
          </p:cNvPr>
          <p:cNvCxnSpPr>
            <a:cxnSpLocks/>
          </p:cNvCxnSpPr>
          <p:nvPr/>
        </p:nvCxnSpPr>
        <p:spPr>
          <a:xfrm flipH="1">
            <a:off x="5840020" y="4475364"/>
            <a:ext cx="901" cy="1390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1F1CB654-5143-C274-42A4-372AE9508D23}"/>
              </a:ext>
            </a:extLst>
          </p:cNvPr>
          <p:cNvCxnSpPr/>
          <p:nvPr/>
        </p:nvCxnSpPr>
        <p:spPr>
          <a:xfrm flipH="1">
            <a:off x="5840921" y="4758510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B1D8A753-0D49-80FC-1505-F229DB041E9A}"/>
              </a:ext>
            </a:extLst>
          </p:cNvPr>
          <p:cNvCxnSpPr/>
          <p:nvPr/>
        </p:nvCxnSpPr>
        <p:spPr>
          <a:xfrm flipH="1">
            <a:off x="5840020" y="5027858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D89508F7-ED99-AE7A-E3DC-7FF1206B5D3A}"/>
              </a:ext>
            </a:extLst>
          </p:cNvPr>
          <p:cNvCxnSpPr/>
          <p:nvPr/>
        </p:nvCxnSpPr>
        <p:spPr>
          <a:xfrm flipH="1">
            <a:off x="5840020" y="5314843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7B128B59-8CFF-22AB-721F-77FE7512A971}"/>
              </a:ext>
            </a:extLst>
          </p:cNvPr>
          <p:cNvCxnSpPr/>
          <p:nvPr/>
        </p:nvCxnSpPr>
        <p:spPr>
          <a:xfrm flipH="1">
            <a:off x="5840020" y="5583142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5C2C7613-0A4D-DE9B-C016-F9DDE1C52EEF}"/>
              </a:ext>
            </a:extLst>
          </p:cNvPr>
          <p:cNvCxnSpPr/>
          <p:nvPr/>
        </p:nvCxnSpPr>
        <p:spPr>
          <a:xfrm flipH="1">
            <a:off x="5840020" y="5866288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Diamond 408">
            <a:extLst>
              <a:ext uri="{FF2B5EF4-FFF2-40B4-BE49-F238E27FC236}">
                <a16:creationId xmlns:a16="http://schemas.microsoft.com/office/drawing/2014/main" id="{C9B93E11-141B-FC3F-97AC-8F4ED20E3BF9}"/>
              </a:ext>
            </a:extLst>
          </p:cNvPr>
          <p:cNvSpPr/>
          <p:nvPr/>
        </p:nvSpPr>
        <p:spPr>
          <a:xfrm>
            <a:off x="10514255" y="2546898"/>
            <a:ext cx="689237" cy="59585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62D53B2E-EDC6-7F51-5120-5FBC1436C21E}"/>
              </a:ext>
            </a:extLst>
          </p:cNvPr>
          <p:cNvSpPr txBox="1"/>
          <p:nvPr/>
        </p:nvSpPr>
        <p:spPr>
          <a:xfrm>
            <a:off x="10598574" y="2738913"/>
            <a:ext cx="5244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Is of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32FA33E7-8FD1-680F-825D-457BA543172B}"/>
              </a:ext>
            </a:extLst>
          </p:cNvPr>
          <p:cNvSpPr/>
          <p:nvPr/>
        </p:nvSpPr>
        <p:spPr>
          <a:xfrm>
            <a:off x="10454260" y="1800874"/>
            <a:ext cx="753662" cy="318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type</a:t>
            </a:r>
          </a:p>
        </p:txBody>
      </p: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84F06692-179C-19B7-476E-E831AB52245B}"/>
              </a:ext>
            </a:extLst>
          </p:cNvPr>
          <p:cNvCxnSpPr>
            <a:cxnSpLocks/>
          </p:cNvCxnSpPr>
          <p:nvPr/>
        </p:nvCxnSpPr>
        <p:spPr>
          <a:xfrm flipV="1">
            <a:off x="10864709" y="3142754"/>
            <a:ext cx="0" cy="4217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A8C884DE-AE37-F721-8894-0A59C0ABE8A6}"/>
              </a:ext>
            </a:extLst>
          </p:cNvPr>
          <p:cNvCxnSpPr>
            <a:cxnSpLocks/>
          </p:cNvCxnSpPr>
          <p:nvPr/>
        </p:nvCxnSpPr>
        <p:spPr>
          <a:xfrm flipV="1">
            <a:off x="10845670" y="2125105"/>
            <a:ext cx="0" cy="4217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3E786304-4A47-F91A-FD41-8357BC9F1416}"/>
              </a:ext>
            </a:extLst>
          </p:cNvPr>
          <p:cNvSpPr/>
          <p:nvPr/>
        </p:nvSpPr>
        <p:spPr>
          <a:xfrm>
            <a:off x="10770830" y="1349775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id</a:t>
            </a: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44C7DA9-990F-B0E4-B41B-D45956F775A2}"/>
              </a:ext>
            </a:extLst>
          </p:cNvPr>
          <p:cNvSpPr/>
          <p:nvPr/>
        </p:nvSpPr>
        <p:spPr>
          <a:xfrm>
            <a:off x="10767617" y="1086654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name</a:t>
            </a:r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13AB4DA4-3025-A6F6-0B12-944728D13D08}"/>
              </a:ext>
            </a:extLst>
          </p:cNvPr>
          <p:cNvCxnSpPr/>
          <p:nvPr/>
        </p:nvCxnSpPr>
        <p:spPr>
          <a:xfrm flipH="1">
            <a:off x="10598574" y="1192843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814D78D3-9CEF-4546-DFB0-959CFC4FA114}"/>
              </a:ext>
            </a:extLst>
          </p:cNvPr>
          <p:cNvCxnSpPr/>
          <p:nvPr/>
        </p:nvCxnSpPr>
        <p:spPr>
          <a:xfrm flipH="1">
            <a:off x="10598574" y="1455964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2B59F491-621D-29FF-261C-F649BD92266E}"/>
              </a:ext>
            </a:extLst>
          </p:cNvPr>
          <p:cNvCxnSpPr/>
          <p:nvPr/>
        </p:nvCxnSpPr>
        <p:spPr>
          <a:xfrm>
            <a:off x="10598574" y="1192843"/>
            <a:ext cx="0" cy="6080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5DEA726B-E9FC-44CD-3C51-19A0B3FB679B}"/>
              </a:ext>
            </a:extLst>
          </p:cNvPr>
          <p:cNvSpPr txBox="1"/>
          <p:nvPr/>
        </p:nvSpPr>
        <p:spPr>
          <a:xfrm>
            <a:off x="10080448" y="3801665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982859F4-3FDC-ABC1-5EBF-2029C7A7AA1E}"/>
              </a:ext>
            </a:extLst>
          </p:cNvPr>
          <p:cNvSpPr txBox="1"/>
          <p:nvPr/>
        </p:nvSpPr>
        <p:spPr>
          <a:xfrm>
            <a:off x="6535058" y="4130751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19B3EF9B-B007-E0E5-C3DF-57440E4146BE}"/>
              </a:ext>
            </a:extLst>
          </p:cNvPr>
          <p:cNvSpPr txBox="1"/>
          <p:nvPr/>
        </p:nvSpPr>
        <p:spPr>
          <a:xfrm>
            <a:off x="10670863" y="3384690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B5EBD91B-37E9-270F-FC99-97D3695867FE}"/>
              </a:ext>
            </a:extLst>
          </p:cNvPr>
          <p:cNvSpPr txBox="1"/>
          <p:nvPr/>
        </p:nvSpPr>
        <p:spPr>
          <a:xfrm>
            <a:off x="10653798" y="2133517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425" name="Diamond 424">
            <a:extLst>
              <a:ext uri="{FF2B5EF4-FFF2-40B4-BE49-F238E27FC236}">
                <a16:creationId xmlns:a16="http://schemas.microsoft.com/office/drawing/2014/main" id="{9C36B5F5-C82D-E80B-EEEA-D52752812A8A}"/>
              </a:ext>
            </a:extLst>
          </p:cNvPr>
          <p:cNvSpPr/>
          <p:nvPr/>
        </p:nvSpPr>
        <p:spPr>
          <a:xfrm>
            <a:off x="9982255" y="169168"/>
            <a:ext cx="689237" cy="59585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105E26FA-EC3D-C002-18CC-8657B7F6BA55}"/>
              </a:ext>
            </a:extLst>
          </p:cNvPr>
          <p:cNvSpPr txBox="1"/>
          <p:nvPr/>
        </p:nvSpPr>
        <p:spPr>
          <a:xfrm>
            <a:off x="10042170" y="326803"/>
            <a:ext cx="621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available at</a:t>
            </a: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E548FF7-4631-6652-D3D5-A573845D7FA6}"/>
              </a:ext>
            </a:extLst>
          </p:cNvPr>
          <p:cNvCxnSpPr>
            <a:cxnSpLocks/>
            <a:stCxn id="425" idx="2"/>
          </p:cNvCxnSpPr>
          <p:nvPr/>
        </p:nvCxnSpPr>
        <p:spPr>
          <a:xfrm>
            <a:off x="10326874" y="765024"/>
            <a:ext cx="0" cy="25098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Rectangle 430">
            <a:extLst>
              <a:ext uri="{FF2B5EF4-FFF2-40B4-BE49-F238E27FC236}">
                <a16:creationId xmlns:a16="http://schemas.microsoft.com/office/drawing/2014/main" id="{02D3AC7C-CA67-7309-2BB6-1FDEBF865169}"/>
              </a:ext>
            </a:extLst>
          </p:cNvPr>
          <p:cNvSpPr/>
          <p:nvPr/>
        </p:nvSpPr>
        <p:spPr>
          <a:xfrm>
            <a:off x="8375090" y="307997"/>
            <a:ext cx="753662" cy="318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store</a:t>
            </a:r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B9894941-9FE3-B37C-7874-A9D5C9B4BB41}"/>
              </a:ext>
            </a:extLst>
          </p:cNvPr>
          <p:cNvSpPr/>
          <p:nvPr/>
        </p:nvSpPr>
        <p:spPr>
          <a:xfrm>
            <a:off x="6163105" y="140109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id</a:t>
            </a:r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412556F1-27F2-4505-95F8-A1991DED45DA}"/>
              </a:ext>
            </a:extLst>
          </p:cNvPr>
          <p:cNvSpPr/>
          <p:nvPr/>
        </p:nvSpPr>
        <p:spPr>
          <a:xfrm>
            <a:off x="6163439" y="390413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address</a:t>
            </a:r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AF820402-0757-D34F-59C8-2044466FD64F}"/>
              </a:ext>
            </a:extLst>
          </p:cNvPr>
          <p:cNvSpPr/>
          <p:nvPr/>
        </p:nvSpPr>
        <p:spPr>
          <a:xfrm>
            <a:off x="6163104" y="649139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city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AEB4FADC-5076-F4A2-A6E4-01ACBF30BF78}"/>
              </a:ext>
            </a:extLst>
          </p:cNvPr>
          <p:cNvSpPr/>
          <p:nvPr/>
        </p:nvSpPr>
        <p:spPr>
          <a:xfrm>
            <a:off x="6163103" y="914921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state</a:t>
            </a:r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B5A746AA-D05E-A0DD-E845-553AD195E65E}"/>
              </a:ext>
            </a:extLst>
          </p:cNvPr>
          <p:cNvSpPr/>
          <p:nvPr/>
        </p:nvSpPr>
        <p:spPr>
          <a:xfrm>
            <a:off x="6163103" y="1177895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zip</a:t>
            </a:r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CF89D242-D9C9-05C8-6F7C-829F3739E3AA}"/>
              </a:ext>
            </a:extLst>
          </p:cNvPr>
          <p:cNvSpPr/>
          <p:nvPr/>
        </p:nvSpPr>
        <p:spPr>
          <a:xfrm>
            <a:off x="6163103" y="1446387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product_id</a:t>
            </a:r>
            <a:endParaRPr lang="en-US" sz="800" dirty="0"/>
          </a:p>
        </p:txBody>
      </p: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67D32578-4FDC-B22E-520D-D34F0DDC56C7}"/>
              </a:ext>
            </a:extLst>
          </p:cNvPr>
          <p:cNvCxnSpPr>
            <a:stCxn id="425" idx="1"/>
            <a:endCxn id="431" idx="3"/>
          </p:cNvCxnSpPr>
          <p:nvPr/>
        </p:nvCxnSpPr>
        <p:spPr>
          <a:xfrm flipH="1">
            <a:off x="9128752" y="467096"/>
            <a:ext cx="8535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379C643D-F29A-A34B-0B65-C1EC19FD93C0}"/>
              </a:ext>
            </a:extLst>
          </p:cNvPr>
          <p:cNvCxnSpPr>
            <a:cxnSpLocks/>
            <a:stCxn id="431" idx="1"/>
          </p:cNvCxnSpPr>
          <p:nvPr/>
        </p:nvCxnSpPr>
        <p:spPr>
          <a:xfrm flipH="1">
            <a:off x="7637108" y="467096"/>
            <a:ext cx="7379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BA746546-9831-7A9D-7BE2-93B8176EC579}"/>
              </a:ext>
            </a:extLst>
          </p:cNvPr>
          <p:cNvCxnSpPr/>
          <p:nvPr/>
        </p:nvCxnSpPr>
        <p:spPr>
          <a:xfrm flipH="1">
            <a:off x="7468470" y="246298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9465F7ED-6373-50C0-EE9A-8144D2C77267}"/>
              </a:ext>
            </a:extLst>
          </p:cNvPr>
          <p:cNvCxnSpPr/>
          <p:nvPr/>
        </p:nvCxnSpPr>
        <p:spPr>
          <a:xfrm flipH="1">
            <a:off x="7468470" y="496602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F370B968-D49D-534E-17E0-24DA97A0B3CA}"/>
              </a:ext>
            </a:extLst>
          </p:cNvPr>
          <p:cNvCxnSpPr/>
          <p:nvPr/>
        </p:nvCxnSpPr>
        <p:spPr>
          <a:xfrm flipH="1">
            <a:off x="7468470" y="762052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A0C55485-0C29-0CF8-219A-FEC384F45E48}"/>
              </a:ext>
            </a:extLst>
          </p:cNvPr>
          <p:cNvCxnSpPr/>
          <p:nvPr/>
        </p:nvCxnSpPr>
        <p:spPr>
          <a:xfrm flipH="1">
            <a:off x="7468470" y="1014387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9653C38E-DA39-4062-78E7-FB880AC44576}"/>
              </a:ext>
            </a:extLst>
          </p:cNvPr>
          <p:cNvCxnSpPr/>
          <p:nvPr/>
        </p:nvCxnSpPr>
        <p:spPr>
          <a:xfrm flipH="1">
            <a:off x="7468470" y="1294071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7C16D6D3-BBA5-37BC-3F50-0A27C72073DF}"/>
              </a:ext>
            </a:extLst>
          </p:cNvPr>
          <p:cNvCxnSpPr/>
          <p:nvPr/>
        </p:nvCxnSpPr>
        <p:spPr>
          <a:xfrm flipH="1">
            <a:off x="7475636" y="1545854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8DA32FDB-319E-E42E-8A88-07B31381A838}"/>
              </a:ext>
            </a:extLst>
          </p:cNvPr>
          <p:cNvCxnSpPr>
            <a:cxnSpLocks/>
          </p:cNvCxnSpPr>
          <p:nvPr/>
        </p:nvCxnSpPr>
        <p:spPr>
          <a:xfrm>
            <a:off x="7637108" y="246298"/>
            <a:ext cx="0" cy="15545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5498A9CA-B476-B200-C086-207680A6F37E}"/>
              </a:ext>
            </a:extLst>
          </p:cNvPr>
          <p:cNvSpPr txBox="1"/>
          <p:nvPr/>
        </p:nvSpPr>
        <p:spPr>
          <a:xfrm>
            <a:off x="7601028" y="583130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114A36DA-EBD6-815C-7A4C-D9F9E5C82EF1}"/>
              </a:ext>
            </a:extLst>
          </p:cNvPr>
          <p:cNvSpPr txBox="1"/>
          <p:nvPr/>
        </p:nvSpPr>
        <p:spPr>
          <a:xfrm>
            <a:off x="10282854" y="3374579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</a:t>
            </a:r>
          </a:p>
        </p:txBody>
      </p:sp>
      <p:sp>
        <p:nvSpPr>
          <p:cNvPr id="454" name="Oval 453">
            <a:extLst>
              <a:ext uri="{FF2B5EF4-FFF2-40B4-BE49-F238E27FC236}">
                <a16:creationId xmlns:a16="http://schemas.microsoft.com/office/drawing/2014/main" id="{45C23B80-5021-A088-08A4-CCB545DC29D3}"/>
              </a:ext>
            </a:extLst>
          </p:cNvPr>
          <p:cNvSpPr/>
          <p:nvPr/>
        </p:nvSpPr>
        <p:spPr>
          <a:xfrm>
            <a:off x="6163103" y="1706842"/>
            <a:ext cx="1305367" cy="21237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user_id</a:t>
            </a:r>
            <a:endParaRPr lang="en-US" sz="800" dirty="0"/>
          </a:p>
        </p:txBody>
      </p: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D3332EA4-FA9D-16EF-A319-7EF248751C01}"/>
              </a:ext>
            </a:extLst>
          </p:cNvPr>
          <p:cNvCxnSpPr/>
          <p:nvPr/>
        </p:nvCxnSpPr>
        <p:spPr>
          <a:xfrm flipH="1">
            <a:off x="7468470" y="1800874"/>
            <a:ext cx="16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3F4A153A-A5F2-9341-A491-0BB338500939}"/>
              </a:ext>
            </a:extLst>
          </p:cNvPr>
          <p:cNvCxnSpPr>
            <a:cxnSpLocks/>
          </p:cNvCxnSpPr>
          <p:nvPr/>
        </p:nvCxnSpPr>
        <p:spPr>
          <a:xfrm flipV="1">
            <a:off x="4068292" y="2067252"/>
            <a:ext cx="3286438" cy="54893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Elbow Connector 462">
            <a:extLst>
              <a:ext uri="{FF2B5EF4-FFF2-40B4-BE49-F238E27FC236}">
                <a16:creationId xmlns:a16="http://schemas.microsoft.com/office/drawing/2014/main" id="{95792BC4-D190-60FB-F8CC-4DF6DFEFEA40}"/>
              </a:ext>
            </a:extLst>
          </p:cNvPr>
          <p:cNvCxnSpPr>
            <a:cxnSpLocks/>
          </p:cNvCxnSpPr>
          <p:nvPr/>
        </p:nvCxnSpPr>
        <p:spPr>
          <a:xfrm flipV="1">
            <a:off x="7307057" y="1591489"/>
            <a:ext cx="1444864" cy="471383"/>
          </a:xfrm>
          <a:prstGeom prst="bentConnector3">
            <a:avLst>
              <a:gd name="adj1" fmla="val 4022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Diamond 465">
            <a:extLst>
              <a:ext uri="{FF2B5EF4-FFF2-40B4-BE49-F238E27FC236}">
                <a16:creationId xmlns:a16="http://schemas.microsoft.com/office/drawing/2014/main" id="{3F26C84A-0CB2-D038-9565-0B9C6EBD73DB}"/>
              </a:ext>
            </a:extLst>
          </p:cNvPr>
          <p:cNvSpPr/>
          <p:nvPr/>
        </p:nvSpPr>
        <p:spPr>
          <a:xfrm>
            <a:off x="8407302" y="821333"/>
            <a:ext cx="689237" cy="59585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1AAB61D3-A4AD-98EE-4736-C2B7018EDA65}"/>
              </a:ext>
            </a:extLst>
          </p:cNvPr>
          <p:cNvSpPr txBox="1"/>
          <p:nvPr/>
        </p:nvSpPr>
        <p:spPr>
          <a:xfrm>
            <a:off x="8462122" y="942600"/>
            <a:ext cx="621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works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at</a:t>
            </a: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FC44C2D7-6C96-D554-A68E-5B05750DA970}"/>
              </a:ext>
            </a:extLst>
          </p:cNvPr>
          <p:cNvCxnSpPr>
            <a:stCxn id="431" idx="2"/>
            <a:endCxn id="466" idx="0"/>
          </p:cNvCxnSpPr>
          <p:nvPr/>
        </p:nvCxnSpPr>
        <p:spPr>
          <a:xfrm>
            <a:off x="8751921" y="626194"/>
            <a:ext cx="0" cy="1951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F4F8388-2B6F-B5CF-7B2B-ACCF663B4AA8}"/>
              </a:ext>
            </a:extLst>
          </p:cNvPr>
          <p:cNvCxnSpPr/>
          <p:nvPr/>
        </p:nvCxnSpPr>
        <p:spPr>
          <a:xfrm>
            <a:off x="8751921" y="1401393"/>
            <a:ext cx="0" cy="1951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TextBox 474">
            <a:extLst>
              <a:ext uri="{FF2B5EF4-FFF2-40B4-BE49-F238E27FC236}">
                <a16:creationId xmlns:a16="http://schemas.microsoft.com/office/drawing/2014/main" id="{B1DDDBCC-A718-77B7-4E90-86AA4770C51A}"/>
              </a:ext>
            </a:extLst>
          </p:cNvPr>
          <p:cNvSpPr txBox="1"/>
          <p:nvPr/>
        </p:nvSpPr>
        <p:spPr>
          <a:xfrm>
            <a:off x="4034090" y="2439176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96926F2E-DFCE-ACA9-D0A6-6FE127FF2447}"/>
              </a:ext>
            </a:extLst>
          </p:cNvPr>
          <p:cNvSpPr txBox="1"/>
          <p:nvPr/>
        </p:nvSpPr>
        <p:spPr>
          <a:xfrm>
            <a:off x="8582853" y="602792"/>
            <a:ext cx="226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36171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201</Words>
  <Application>Microsoft Macintosh PowerPoint</Application>
  <PresentationFormat>Widescreen</PresentationFormat>
  <Paragraphs>123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Chapman</dc:creator>
  <cp:lastModifiedBy>Chad Chapman</cp:lastModifiedBy>
  <cp:revision>23</cp:revision>
  <dcterms:created xsi:type="dcterms:W3CDTF">2026-04-17T22:24:09Z</dcterms:created>
  <dcterms:modified xsi:type="dcterms:W3CDTF">2026-04-18T01:03:51Z</dcterms:modified>
</cp:coreProperties>
</file>